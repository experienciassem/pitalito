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77" r:id="rId4"/>
    <p:sldId id="269" r:id="rId5"/>
    <p:sldId id="270" r:id="rId6"/>
    <p:sldId id="271" r:id="rId7"/>
    <p:sldId id="272" r:id="rId8"/>
    <p:sldId id="260" r:id="rId9"/>
    <p:sldId id="261" r:id="rId10"/>
    <p:sldId id="262" r:id="rId11"/>
    <p:sldId id="263" r:id="rId12"/>
    <p:sldId id="273" r:id="rId13"/>
    <p:sldId id="274" r:id="rId14"/>
    <p:sldId id="276" r:id="rId15"/>
    <p:sldId id="275" r:id="rId16"/>
    <p:sldId id="264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84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532909" y="292226"/>
            <a:ext cx="6112536" cy="2387600"/>
          </a:xfrm>
        </p:spPr>
        <p:txBody>
          <a:bodyPr>
            <a:normAutofit/>
          </a:bodyPr>
          <a:lstStyle/>
          <a:p>
            <a:r>
              <a:rPr lang="es-E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UN MUNDO DE FANTASIA SUEÑOS Y SONRISAS</a:t>
            </a:r>
            <a:endParaRPr lang="es-CO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59974" y="2521278"/>
            <a:ext cx="9144000" cy="1498423"/>
          </a:xfrm>
        </p:spPr>
        <p:txBody>
          <a:bodyPr>
            <a:prstTxWarp prst="textArchDown">
              <a:avLst/>
            </a:prstTxWarp>
            <a:noAutofit/>
          </a:bodyPr>
          <a:lstStyle/>
          <a:p>
            <a:r>
              <a:rPr lang="es-ES" sz="2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YAMILE SANCHEZ NARVAEZ</a:t>
            </a:r>
          </a:p>
          <a:p>
            <a:endParaRPr lang="es-ES" sz="10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es-ES" sz="10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s-ES" sz="3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IEM VILLA FATIMA </a:t>
            </a:r>
          </a:p>
          <a:p>
            <a:endParaRPr lang="es-ES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s-ES" sz="3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</a:p>
          <a:p>
            <a:endParaRPr lang="es-CO" sz="10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Imagen 5" descr="Ilustración del día de la tierra | Vector Premium | Imagenes animadas de  niños, Imagenes de los planetas, La tierra para niños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91" y="1217920"/>
            <a:ext cx="3408218" cy="53478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748" y="1174391"/>
            <a:ext cx="6516052" cy="477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80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159"/>
            <a:ext cx="12192000" cy="6858000"/>
          </a:xfrm>
          <a:prstGeom prst="rect">
            <a:avLst/>
          </a:prstGeom>
        </p:spPr>
      </p:pic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4E559C11-77AA-AB4C-70AD-C8647E2E86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594" y="652315"/>
            <a:ext cx="6479458" cy="5935298"/>
          </a:xfrm>
        </p:spPr>
      </p:pic>
    </p:spTree>
    <p:extLst>
      <p:ext uri="{BB962C8B-B14F-4D97-AF65-F5344CB8AC3E}">
        <p14:creationId xmlns:p14="http://schemas.microsoft.com/office/powerpoint/2010/main" val="1461826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91" y="0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0DB31E9-4A8C-2A2A-D376-48217A1DA478}"/>
              </a:ext>
            </a:extLst>
          </p:cNvPr>
          <p:cNvSpPr txBox="1"/>
          <p:nvPr/>
        </p:nvSpPr>
        <p:spPr>
          <a:xfrm>
            <a:off x="519546" y="4908848"/>
            <a:ext cx="1769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Arial Rounded MT Bold" panose="020F0704030504030204" pitchFamily="34" charset="0"/>
              </a:rPr>
              <a:t>LITERATURA </a:t>
            </a:r>
          </a:p>
        </p:txBody>
      </p:sp>
      <p:pic>
        <p:nvPicPr>
          <p:cNvPr id="8" name="Imagen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44" y="1755555"/>
            <a:ext cx="2976573" cy="297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/>
          <p:cNvPicPr/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3494" y="1614224"/>
            <a:ext cx="2823633" cy="2546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0DB31E9-4A8C-2A2A-D376-48217A1DA478}"/>
              </a:ext>
            </a:extLst>
          </p:cNvPr>
          <p:cNvSpPr txBox="1"/>
          <p:nvPr/>
        </p:nvSpPr>
        <p:spPr>
          <a:xfrm>
            <a:off x="6608219" y="4335844"/>
            <a:ext cx="2233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Arial Rounded MT Bold" panose="020F0704030504030204" pitchFamily="34" charset="0"/>
              </a:rPr>
              <a:t>TRANSITO </a:t>
            </a:r>
          </a:p>
          <a:p>
            <a:r>
              <a:rPr lang="es-CO" b="1" dirty="0">
                <a:latin typeface="Arial Rounded MT Bold" panose="020F0704030504030204" pitchFamily="34" charset="0"/>
              </a:rPr>
              <a:t>ARMONICO  </a:t>
            </a:r>
          </a:p>
        </p:txBody>
      </p:sp>
      <p:pic>
        <p:nvPicPr>
          <p:cNvPr id="11" name="Imagen 10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433" y="2543416"/>
            <a:ext cx="2565973" cy="2970213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30DB31E9-4A8C-2A2A-D376-48217A1DA478}"/>
              </a:ext>
            </a:extLst>
          </p:cNvPr>
          <p:cNvSpPr txBox="1"/>
          <p:nvPr/>
        </p:nvSpPr>
        <p:spPr>
          <a:xfrm>
            <a:off x="3740164" y="5648566"/>
            <a:ext cx="1769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Arial Rounded MT Bold" panose="020F0704030504030204" pitchFamily="34" charset="0"/>
              </a:rPr>
              <a:t>RECICLAJE  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471056" y="897823"/>
            <a:ext cx="9321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LOS ESTUDIANTES DE NIVEL TRANSICION Y  BÁSICA PRIMARIA IMPLEMENTAN PROYECTOS DE AULA RELACIONADOS CON: 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5" name="Imagen 14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486" y="2735443"/>
            <a:ext cx="2884662" cy="275136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0DB31E9-4A8C-2A2A-D376-48217A1DA478}"/>
              </a:ext>
            </a:extLst>
          </p:cNvPr>
          <p:cNvSpPr txBox="1"/>
          <p:nvPr/>
        </p:nvSpPr>
        <p:spPr>
          <a:xfrm>
            <a:off x="9584635" y="5538212"/>
            <a:ext cx="1769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Arial Rounded MT Bold" panose="020F0704030504030204" pitchFamily="34" charset="0"/>
              </a:rPr>
              <a:t>VINCULOS AFECTIVOS  </a:t>
            </a:r>
          </a:p>
        </p:txBody>
      </p:sp>
    </p:spTree>
    <p:extLst>
      <p:ext uri="{BB962C8B-B14F-4D97-AF65-F5344CB8AC3E}">
        <p14:creationId xmlns:p14="http://schemas.microsoft.com/office/powerpoint/2010/main" val="81115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2ABC7FD4-AFEF-2268-A6ED-0BCE0F3A90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54" y="1825625"/>
            <a:ext cx="2900892" cy="4351338"/>
          </a:xfr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54" y="890254"/>
            <a:ext cx="8661729" cy="492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472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025236" y="1027906"/>
            <a:ext cx="75784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MECANISMOS DE COMUNICACIÓN PARA DIVULGAR LA EXPERIENCIA 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6" name="Imagen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48945"/>
            <a:ext cx="4267201" cy="3278187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775856" y="5378882"/>
            <a:ext cx="4329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SOCIALIZACION A FAMILIAS AL FINALIZAR EL AÑO ESCOLAR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5614555" y="5955972"/>
            <a:ext cx="3335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PRESENTACION EN REVISTA DIGITAL TINTA Y CAFÉ</a:t>
            </a:r>
            <a:endParaRPr lang="en-US" dirty="0"/>
          </a:p>
        </p:txBody>
      </p:sp>
      <p:sp>
        <p:nvSpPr>
          <p:cNvPr id="9" name="AutoShape 2" descr="blob:https://web.whatsapp.com/3cd8a8b2-96b4-4236-9738-fee4d67c2c8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4"/>
          <a:srcRect b="3395"/>
          <a:stretch/>
        </p:blipFill>
        <p:spPr>
          <a:xfrm>
            <a:off x="6402048" y="1424960"/>
            <a:ext cx="3702951" cy="444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222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97" y="810962"/>
            <a:ext cx="8821381" cy="578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382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757"/>
            <a:ext cx="12192000" cy="6858000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3255818" y="1013752"/>
            <a:ext cx="54260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6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CORRESPONSABILIDAD </a:t>
            </a:r>
            <a:endParaRPr lang="en-US" sz="36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  <p:pic>
        <p:nvPicPr>
          <p:cNvPr id="6" name="Imagen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631" y="2092736"/>
            <a:ext cx="4044228" cy="3102720"/>
          </a:xfrm>
          <a:prstGeom prst="rect">
            <a:avLst/>
          </a:prstGeom>
          <a:noFill/>
        </p:spPr>
      </p:pic>
      <p:pic>
        <p:nvPicPr>
          <p:cNvPr id="7" name="Imagen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054" y="2092736"/>
            <a:ext cx="4070206" cy="3102720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859631" y="5378882"/>
            <a:ext cx="3463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FAMILIAS</a:t>
            </a:r>
            <a:endParaRPr lang="en-US" b="1" dirty="0"/>
          </a:p>
        </p:txBody>
      </p:sp>
      <p:sp>
        <p:nvSpPr>
          <p:cNvPr id="9" name="CuadroTexto 8"/>
          <p:cNvSpPr txBox="1"/>
          <p:nvPr/>
        </p:nvSpPr>
        <p:spPr>
          <a:xfrm>
            <a:off x="6705601" y="5378882"/>
            <a:ext cx="3931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AGENTES COMUNITARIAS DEL ICBF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38848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63" y="1824001"/>
            <a:ext cx="4626429" cy="4175017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317663" y="965019"/>
            <a:ext cx="9754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REGISTROS FOTOGRAFICOS DE IMPLEMENTACIÓN DE PROYECTOS</a:t>
            </a:r>
            <a:endParaRPr lang="en-US" sz="2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7" name="Imagen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4228" y="1824001"/>
            <a:ext cx="4822100" cy="4175017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1510146" y="6105343"/>
            <a:ext cx="7813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 AYUDA DE LOS PADRES DE FAMILIA SE ELABORA MATERIAL DIDACTICO CON MATERIAL RECICLABLE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98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n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03" y="1100045"/>
            <a:ext cx="5499464" cy="4657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3070" y="982484"/>
            <a:ext cx="5126220" cy="477547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/>
          <p:cNvSpPr txBox="1"/>
          <p:nvPr/>
        </p:nvSpPr>
        <p:spPr>
          <a:xfrm>
            <a:off x="651164" y="6068291"/>
            <a:ext cx="5210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EMPIJAMANDA LITERARIA</a:t>
            </a:r>
            <a:endParaRPr lang="en-US" dirty="0"/>
          </a:p>
        </p:txBody>
      </p:sp>
      <p:sp>
        <p:nvSpPr>
          <p:cNvPr id="9" name="CuadroTexto 8"/>
          <p:cNvSpPr txBox="1"/>
          <p:nvPr/>
        </p:nvSpPr>
        <p:spPr>
          <a:xfrm>
            <a:off x="6400800" y="5957455"/>
            <a:ext cx="3366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CIRCULO DE LA LECTURA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54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 descr="D:\USUARIO\Downloads\WhatsApp Image 2025-04-30 at 6.39.02 PM (1).jpe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33" y="991750"/>
            <a:ext cx="5574167" cy="5187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833" y="722092"/>
            <a:ext cx="5213949" cy="51522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/>
          <p:cNvSpPr txBox="1"/>
          <p:nvPr/>
        </p:nvSpPr>
        <p:spPr>
          <a:xfrm>
            <a:off x="775854" y="6333897"/>
            <a:ext cx="811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CELEBRACIÓN DEL DIA DEL NIÑO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72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ransito armónico by andres sandoval on Prezi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465"/>
          <a:stretch/>
        </p:blipFill>
        <p:spPr bwMode="auto">
          <a:xfrm>
            <a:off x="248295" y="879961"/>
            <a:ext cx="5182687" cy="568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67107"/>
            <a:ext cx="5209309" cy="4725329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6206836" y="5514109"/>
            <a:ext cx="4461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PRIMERA FERIA DE TRANSITO ARMONICO – AÑO:2024- BIENVENIDA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300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n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764" y="1193832"/>
            <a:ext cx="4938309" cy="4805186"/>
          </a:xfrm>
          <a:prstGeom prst="rect">
            <a:avLst/>
          </a:prstGeom>
        </p:spPr>
      </p:pic>
      <p:pic>
        <p:nvPicPr>
          <p:cNvPr id="6" name="Imagen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93832"/>
            <a:ext cx="5001491" cy="4278713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769764" y="6151418"/>
            <a:ext cx="493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PRESENTACION DE NIÑOS Y NIÑAS FUNDACION AMALAKA.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6477837" y="5518941"/>
            <a:ext cx="493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PRESENTACION DE NIÑOS Y NIÑAS HCB LOS AMIGOS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662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62"/>
          <a:stretch/>
        </p:blipFill>
        <p:spPr bwMode="auto">
          <a:xfrm>
            <a:off x="5874327" y="678871"/>
            <a:ext cx="4827443" cy="4197928"/>
          </a:xfrm>
          <a:prstGeom prst="rect">
            <a:avLst/>
          </a:prstGeom>
          <a:noFill/>
        </p:spPr>
      </p:pic>
      <p:pic>
        <p:nvPicPr>
          <p:cNvPr id="5" name="Imagen 4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46" y="1190625"/>
            <a:ext cx="4812289" cy="4877666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480146" y="6139980"/>
            <a:ext cx="4701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PARTICIPACIÓN DE HCB LOS AMIGOS EN ACTIVIDAD CULTURAL </a:t>
            </a:r>
            <a:endParaRPr lang="en-US" dirty="0"/>
          </a:p>
        </p:txBody>
      </p:sp>
      <p:sp>
        <p:nvSpPr>
          <p:cNvPr id="7" name="CuadroTexto 6"/>
          <p:cNvSpPr txBox="1"/>
          <p:nvPr/>
        </p:nvSpPr>
        <p:spPr>
          <a:xfrm>
            <a:off x="5772581" y="4909339"/>
            <a:ext cx="4701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PARTICIPACIÓN DE HCB LOS AMIGOS EN NOVENA DE NAVIDAD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35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63982" y="668976"/>
            <a:ext cx="4963886" cy="4799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9221" y="987631"/>
            <a:ext cx="4485540" cy="460960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/>
          <p:cNvSpPr txBox="1"/>
          <p:nvPr/>
        </p:nvSpPr>
        <p:spPr>
          <a:xfrm>
            <a:off x="1260764" y="5818909"/>
            <a:ext cx="4281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BIENVENIDA AL FESTIVAL TRANSITO ARMONICO-2025</a:t>
            </a:r>
            <a:endParaRPr lang="en-US" dirty="0"/>
          </a:p>
        </p:txBody>
      </p:sp>
      <p:sp>
        <p:nvSpPr>
          <p:cNvPr id="7" name="CuadroTexto 6"/>
          <p:cNvSpPr txBox="1"/>
          <p:nvPr/>
        </p:nvSpPr>
        <p:spPr>
          <a:xfrm>
            <a:off x="6692853" y="5516962"/>
            <a:ext cx="4281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ACTIVIDAD DE BIENVENIDA</a:t>
            </a:r>
          </a:p>
          <a:p>
            <a:r>
              <a:rPr lang="es-ES" dirty="0"/>
              <a:t>TRANSITO ARMONICO-2025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37"/>
            <a:ext cx="12192000" cy="6858000"/>
          </a:xfrm>
          <a:prstGeom prst="rect">
            <a:avLst/>
          </a:prstGeom>
        </p:spPr>
      </p:pic>
      <p:sp>
        <p:nvSpPr>
          <p:cNvPr id="9" name="AutoShape 4" descr="Slideshow: Aprendizaje Significativo (3º primaria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4" name="Picture 6" descr="Slideshow: Aprendizaje Significativo (3º primaria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980" y="1043883"/>
            <a:ext cx="7787037" cy="4770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86694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145</Words>
  <Application>Microsoft Office PowerPoint</Application>
  <PresentationFormat>Panorámica</PresentationFormat>
  <Paragraphs>32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Arial Rounded MT Bold</vt:lpstr>
      <vt:lpstr>Tema de Office</vt:lpstr>
      <vt:lpstr>UN MUNDO DE FANTASIA SUEÑOS Y SONRISAS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 la Experiencia Significativa</dc:title>
  <dc:creator>Sebastian Santamaria</dc:creator>
  <cp:lastModifiedBy>CALIDAD-MEJORAMIENTO</cp:lastModifiedBy>
  <cp:revision>101</cp:revision>
  <dcterms:created xsi:type="dcterms:W3CDTF">2025-07-23T15:35:07Z</dcterms:created>
  <dcterms:modified xsi:type="dcterms:W3CDTF">2026-06-17T18:57:37Z</dcterms:modified>
</cp:coreProperties>
</file>