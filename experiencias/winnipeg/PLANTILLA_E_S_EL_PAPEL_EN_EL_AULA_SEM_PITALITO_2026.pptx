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12192000" cy="6858000"/>
  <p:notesSz cx="6858000" cy="9144000"/>
  <p:photoAlbum layout="1pic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192210-8271-BAB0-0E93-A6A6C1BF1A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BA59D9B-7E6D-4BE8-CA86-0383E4343D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28C805-DCC7-C2F0-D00A-60F21CA7A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4EB450B-D1FD-1541-8839-92A4D9933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D5EAA9-B2CD-B82D-0A1D-5866EDADF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03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CA896-99A1-D77D-6C21-99F17856A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F63868F-56D2-0F19-80E0-80BDABE3B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E648E4-A31A-59EA-42E1-31C2C29E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BBC643-F577-E6BE-AFE2-223E12690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B033CD-2C3A-7EA6-CCBE-ACD771478D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16588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F03A29-E728-E25D-17DD-25A4A24B2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1668EDE-1F1F-8C4C-B8F6-46437BA5D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D8F799E-73B7-229A-842B-945937C5C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AA49A3-08FB-EC19-ED85-7B2D1BCBF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9E50250-9AD5-66A5-F29B-C0BD1D7EB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6628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FC98E4-06EC-8909-53F0-1BBD5BA7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CDBECF-6DCE-A500-A77F-74CB37DDCF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5222ABB-5216-E23C-FBBD-43F5F58E38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EBAD495-BC34-79C5-DFE0-2D36B9D24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E57B664-A85C-92CC-A0DB-F10C7F6EB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3476B2-278A-B094-4AB8-88218D9EF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064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B323E5-CC03-48C9-2D2F-23C1BF98C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CDBD700-B98B-45AA-97A8-535CBE31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EF75634-CE26-968A-C250-734DDE6D01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746C6FC8-C233-175A-3DE7-69292CCAB3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00BA069-60CD-C735-5A2E-71C69C400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847A12C-0584-47F7-F520-F6BD6302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A7E6A47-35A7-7551-2725-D0847F52C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6C18788-7F21-21E1-936C-FEF97E9E0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4748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AB653-4861-4445-E768-7FD2E371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1B0562E-E373-28C4-0257-601EA47FC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9E88B5E-5270-B86C-DB1A-0A969394E2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CF68FAD-3158-504D-DA26-F6F615D1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329867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5C8A7EF-C4A9-0EFB-4F9D-5D1D13F03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532898-AF1B-0E32-E2ED-B86D4BF80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858550-4A5F-A2AF-E11A-87F84C163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3896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D9C988-EE52-A0C1-8BEC-F01D9E113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9FD1E5-A8A4-F6BC-83F4-6FB290828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8D7FBFD-C37C-DE0C-1EB8-FAF0F9CFA2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A387F1B-C256-7345-16E3-9B525BD9D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EFBC012-0E8A-C53E-998E-98E592E3A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645989-EBF0-7B0C-FEF6-E3FBF18B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28033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A1184B-5CB1-814F-9CC0-520E5C1DB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6B537DE-224E-D051-DDC6-848D26E593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8EBAEB-7F64-0D5A-EEFB-8B4410ECE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DCC994B-6B64-191D-9443-B7DE162524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F52F8B-74C6-8939-A41B-8A24261DC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206033-8356-5E62-D449-4D89FBE4A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63633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014AD9-817F-D260-9333-59E740B9F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B7F0CB-6F0F-AAD1-9E90-1C51C1356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26494C-6790-19A1-CB10-1EFA1CE63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C3C2B-32CA-413C-B644-CEBE19BD2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3649A5-8208-4F02-56FA-CBE62D163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8000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7625D31-2E75-1BE0-F84C-D1571CA64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6DB858B-78A5-9051-4564-B240B1DE6B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161F5AE-BA7C-CA6F-EB9F-713C810F4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C03508-34FF-7CF1-854C-501D11E49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FDBA9D-25B0-EBA5-90C9-FB590E597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93795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9BF3AB5-4054-CE91-8849-C9B595F77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BD739FD-702D-F0E2-2E6A-482BA337F3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4F615F-7CFC-9B1B-32E4-A6F8DDEFF6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712D0E-223A-429C-AAB3-64BE7D92AAA3}" type="datetimeFigureOut">
              <a:rPr lang="es-CO" smtClean="0"/>
              <a:t>23/02/2026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69EB4-8680-8630-06DA-53CDCC641F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4B8BECB-EAC8-91F5-1249-6E37721D09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DA563D-3A53-41F5-895D-BD9FB8B8A05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85139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">
            <a:extLst>
              <a:ext uri="{FF2B5EF4-FFF2-40B4-BE49-F238E27FC236}">
                <a16:creationId xmlns:a16="http://schemas.microsoft.com/office/drawing/2014/main" id="{C3677DD4-B147-4E26-4FDB-179D986521F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852" y="215015"/>
            <a:ext cx="11427502" cy="6427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24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">
            <a:extLst>
              <a:ext uri="{FF2B5EF4-FFF2-40B4-BE49-F238E27FC236}">
                <a16:creationId xmlns:a16="http://schemas.microsoft.com/office/drawing/2014/main" id="{C9F61920-003D-6B5D-C5A6-2135C720EAF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4" y="236094"/>
            <a:ext cx="11772275" cy="662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93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3">
            <a:extLst>
              <a:ext uri="{FF2B5EF4-FFF2-40B4-BE49-F238E27FC236}">
                <a16:creationId xmlns:a16="http://schemas.microsoft.com/office/drawing/2014/main" id="{29E77BBA-0BCD-7BD8-9D07-523450F7059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084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4">
            <a:extLst>
              <a:ext uri="{FF2B5EF4-FFF2-40B4-BE49-F238E27FC236}">
                <a16:creationId xmlns:a16="http://schemas.microsoft.com/office/drawing/2014/main" id="{0CC36662-EEA9-D0B6-5138-23E861BF35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275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5">
            <a:extLst>
              <a:ext uri="{FF2B5EF4-FFF2-40B4-BE49-F238E27FC236}">
                <a16:creationId xmlns:a16="http://schemas.microsoft.com/office/drawing/2014/main" id="{A09E4504-81B2-1D9C-22B6-8599E8651B5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971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6">
            <a:extLst>
              <a:ext uri="{FF2B5EF4-FFF2-40B4-BE49-F238E27FC236}">
                <a16:creationId xmlns:a16="http://schemas.microsoft.com/office/drawing/2014/main" id="{49463EA6-E3B8-0D82-924E-D5B1BA3A062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42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7">
            <a:extLst>
              <a:ext uri="{FF2B5EF4-FFF2-40B4-BE49-F238E27FC236}">
                <a16:creationId xmlns:a16="http://schemas.microsoft.com/office/drawing/2014/main" id="{DA9ED69C-E680-7D7A-9473-8404D43717C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9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8">
            <a:extLst>
              <a:ext uri="{FF2B5EF4-FFF2-40B4-BE49-F238E27FC236}">
                <a16:creationId xmlns:a16="http://schemas.microsoft.com/office/drawing/2014/main" id="{1077E7BF-5F5D-F3E0-2A23-CEAA76AFDB0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909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9">
            <a:extLst>
              <a:ext uri="{FF2B5EF4-FFF2-40B4-BE49-F238E27FC236}">
                <a16:creationId xmlns:a16="http://schemas.microsoft.com/office/drawing/2014/main" id="{61E2B5A1-44DE-032E-00E9-72C01D385C8C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734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0">
            <a:extLst>
              <a:ext uri="{FF2B5EF4-FFF2-40B4-BE49-F238E27FC236}">
                <a16:creationId xmlns:a16="http://schemas.microsoft.com/office/drawing/2014/main" id="{A08F1E92-1CB1-60B9-291D-43ABC56CF7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793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1">
            <a:extLst>
              <a:ext uri="{FF2B5EF4-FFF2-40B4-BE49-F238E27FC236}">
                <a16:creationId xmlns:a16="http://schemas.microsoft.com/office/drawing/2014/main" id="{FFFC5DD4-D1B5-1884-246E-6F044A07A99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87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2">
            <a:extLst>
              <a:ext uri="{FF2B5EF4-FFF2-40B4-BE49-F238E27FC236}">
                <a16:creationId xmlns:a16="http://schemas.microsoft.com/office/drawing/2014/main" id="{AD5AE44F-8F84-1223-52F3-5D578DDCF65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56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3">
            <a:extLst>
              <a:ext uri="{FF2B5EF4-FFF2-40B4-BE49-F238E27FC236}">
                <a16:creationId xmlns:a16="http://schemas.microsoft.com/office/drawing/2014/main" id="{90181A7B-9E5D-99B1-CF71-6C8807CA511F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178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4">
            <a:extLst>
              <a:ext uri="{FF2B5EF4-FFF2-40B4-BE49-F238E27FC236}">
                <a16:creationId xmlns:a16="http://schemas.microsoft.com/office/drawing/2014/main" id="{6833D780-CDC9-A5ED-E3A1-DDA5E914C94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795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5">
            <a:extLst>
              <a:ext uri="{FF2B5EF4-FFF2-40B4-BE49-F238E27FC236}">
                <a16:creationId xmlns:a16="http://schemas.microsoft.com/office/drawing/2014/main" id="{617B01C0-B654-0CB2-ACC6-A550BBBCA9F4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4539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6">
            <a:extLst>
              <a:ext uri="{FF2B5EF4-FFF2-40B4-BE49-F238E27FC236}">
                <a16:creationId xmlns:a16="http://schemas.microsoft.com/office/drawing/2014/main" id="{D580DD72-478B-CD2A-1A19-D27BE64AFC1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8728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7">
            <a:extLst>
              <a:ext uri="{FF2B5EF4-FFF2-40B4-BE49-F238E27FC236}">
                <a16:creationId xmlns:a16="http://schemas.microsoft.com/office/drawing/2014/main" id="{35F507E1-2C14-6AC2-8184-A1C68291955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6255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8">
            <a:extLst>
              <a:ext uri="{FF2B5EF4-FFF2-40B4-BE49-F238E27FC236}">
                <a16:creationId xmlns:a16="http://schemas.microsoft.com/office/drawing/2014/main" id="{2D8D6CBF-0B62-607A-A77F-41B18F76459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135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19">
            <a:extLst>
              <a:ext uri="{FF2B5EF4-FFF2-40B4-BE49-F238E27FC236}">
                <a16:creationId xmlns:a16="http://schemas.microsoft.com/office/drawing/2014/main" id="{53B034F7-7295-E58C-6342-29F8C634E179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970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0">
            <a:extLst>
              <a:ext uri="{FF2B5EF4-FFF2-40B4-BE49-F238E27FC236}">
                <a16:creationId xmlns:a16="http://schemas.microsoft.com/office/drawing/2014/main" id="{057DE433-1658-54E1-EDA6-050D60456FA5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002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1">
            <a:extLst>
              <a:ext uri="{FF2B5EF4-FFF2-40B4-BE49-F238E27FC236}">
                <a16:creationId xmlns:a16="http://schemas.microsoft.com/office/drawing/2014/main" id="{56521785-B1D4-2631-DDC9-7203C26EC867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17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2">
            <a:extLst>
              <a:ext uri="{FF2B5EF4-FFF2-40B4-BE49-F238E27FC236}">
                <a16:creationId xmlns:a16="http://schemas.microsoft.com/office/drawing/2014/main" id="{ECA2E1C3-25F4-954E-00AF-39E5348F59D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6770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3">
            <a:extLst>
              <a:ext uri="{FF2B5EF4-FFF2-40B4-BE49-F238E27FC236}">
                <a16:creationId xmlns:a16="http://schemas.microsoft.com/office/drawing/2014/main" id="{95BB86B9-D845-3A58-A254-1F142A2BDAC3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1162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4">
            <a:extLst>
              <a:ext uri="{FF2B5EF4-FFF2-40B4-BE49-F238E27FC236}">
                <a16:creationId xmlns:a16="http://schemas.microsoft.com/office/drawing/2014/main" id="{1B98C7C4-0A86-2B6F-B3C4-2429B531803B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7487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5">
            <a:extLst>
              <a:ext uri="{FF2B5EF4-FFF2-40B4-BE49-F238E27FC236}">
                <a16:creationId xmlns:a16="http://schemas.microsoft.com/office/drawing/2014/main" id="{E9504DC6-65DA-7969-ECF9-45E56BCBCF4D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1231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6">
            <a:extLst>
              <a:ext uri="{FF2B5EF4-FFF2-40B4-BE49-F238E27FC236}">
                <a16:creationId xmlns:a16="http://schemas.microsoft.com/office/drawing/2014/main" id="{26C4256B-E98E-C644-5AED-16522618A44A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4935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7">
            <a:extLst>
              <a:ext uri="{FF2B5EF4-FFF2-40B4-BE49-F238E27FC236}">
                <a16:creationId xmlns:a16="http://schemas.microsoft.com/office/drawing/2014/main" id="{20DDE529-7ED7-90F6-1B32-5DBF26201428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3642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8">
            <a:extLst>
              <a:ext uri="{FF2B5EF4-FFF2-40B4-BE49-F238E27FC236}">
                <a16:creationId xmlns:a16="http://schemas.microsoft.com/office/drawing/2014/main" id="{1CACDE8E-A819-42CA-C32B-005E4622B3D6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4219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Diapositiva29">
            <a:extLst>
              <a:ext uri="{FF2B5EF4-FFF2-40B4-BE49-F238E27FC236}">
                <a16:creationId xmlns:a16="http://schemas.microsoft.com/office/drawing/2014/main" id="{0A9BC509-52CD-2F4C-615D-F1E8C57F7BF1}"/>
              </a:ext>
            </a:extLst>
          </p:cNvPr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685800"/>
            <a:ext cx="97536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9352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Panorámica</PresentationFormat>
  <Paragraphs>0</Paragraphs>
  <Slides>29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29</vt:i4>
      </vt:variant>
    </vt:vector>
  </HeadingPairs>
  <TitlesOfParts>
    <vt:vector size="33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TL</dc:creator>
  <cp:lastModifiedBy>CALIDAD-MEJORAMIENTO</cp:lastModifiedBy>
  <cp:revision>2</cp:revision>
  <dcterms:created xsi:type="dcterms:W3CDTF">2026-02-18T18:15:24Z</dcterms:created>
  <dcterms:modified xsi:type="dcterms:W3CDTF">2026-02-23T20:22:51Z</dcterms:modified>
</cp:coreProperties>
</file>