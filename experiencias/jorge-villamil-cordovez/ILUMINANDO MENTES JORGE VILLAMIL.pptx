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5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9/09/2025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ángulo 2"/>
          <p:cNvSpPr/>
          <p:nvPr/>
        </p:nvSpPr>
        <p:spPr>
          <a:xfrm>
            <a:off x="1109001" y="42204"/>
            <a:ext cx="997399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I. E. M. JORGE VILLAMIL CORDOVÉZ</a:t>
            </a:r>
            <a:endParaRPr lang="es-ES" sz="28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93" y="4403187"/>
            <a:ext cx="311795" cy="34854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36275" y="6466675"/>
            <a:ext cx="611944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LÍDER:WILLIAN F. CRUZ S.</a:t>
            </a:r>
            <a:endParaRPr lang="es-ES" sz="24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FUNDAMENTACIÓN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61978" y="1449081"/>
            <a:ext cx="539261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/>
              <a:t>La experiencia está articulada al PEI. procura: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200" dirty="0"/>
              <a:t>Ampliar puntos de articulación con misión, visión, valores y principios.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200" dirty="0"/>
              <a:t>Reorientar acciones de mejoramiento en consonancia con el Plan </a:t>
            </a:r>
            <a:r>
              <a:rPr lang="es-ES" sz="2200" dirty="0" smtClean="0"/>
              <a:t>de Mejoramiento </a:t>
            </a:r>
            <a:r>
              <a:rPr lang="es-ES" sz="2200" dirty="0"/>
              <a:t>Institucional</a:t>
            </a:r>
            <a:r>
              <a:rPr lang="es-ES" sz="2200" dirty="0" smtClean="0"/>
              <a:t>.</a:t>
            </a:r>
            <a:endParaRPr lang="es-CO" sz="2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200" dirty="0"/>
              <a:t>Consolidar referencias teóricas, metodológicas y conceptuales con </a:t>
            </a:r>
            <a:r>
              <a:rPr lang="es-ES" sz="2200" dirty="0" smtClean="0"/>
              <a:t>los líderes </a:t>
            </a:r>
            <a:r>
              <a:rPr lang="es-ES" sz="2200" dirty="0"/>
              <a:t>de la experiencia.</a:t>
            </a:r>
            <a:endParaRPr lang="es-ES" sz="2200" dirty="0" smtClean="0"/>
          </a:p>
        </p:txBody>
      </p:sp>
      <p:sp>
        <p:nvSpPr>
          <p:cNvPr id="8" name="Rectángulo redondeado 7"/>
          <p:cNvSpPr/>
          <p:nvPr/>
        </p:nvSpPr>
        <p:spPr>
          <a:xfrm>
            <a:off x="5916571" y="1104315"/>
            <a:ext cx="5927188" cy="552896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/>
          <p:cNvSpPr/>
          <p:nvPr/>
        </p:nvSpPr>
        <p:spPr>
          <a:xfrm>
            <a:off x="6063175" y="1584643"/>
            <a:ext cx="57805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 smtClean="0"/>
              <a:t>PROYECTO: </a:t>
            </a:r>
            <a:r>
              <a:rPr lang="es-CO" sz="2400" b="1" dirty="0"/>
              <a:t>RETOS </a:t>
            </a:r>
            <a:r>
              <a:rPr lang="es-CO" sz="2400" b="1" dirty="0" smtClean="0"/>
              <a:t>– ILUMINANDO</a:t>
            </a:r>
          </a:p>
          <a:p>
            <a:pPr algn="ctr"/>
            <a:endParaRPr lang="es-CO" sz="2400" b="1" dirty="0" smtClean="0"/>
          </a:p>
          <a:p>
            <a:r>
              <a:rPr lang="es-CO" sz="2400" dirty="0"/>
              <a:t>CENTRO DE INTERES </a:t>
            </a:r>
            <a:r>
              <a:rPr lang="es-CO" sz="2400" dirty="0" smtClean="0"/>
              <a:t>STEAM</a:t>
            </a:r>
          </a:p>
          <a:p>
            <a:r>
              <a:rPr lang="es-CO" sz="2400" dirty="0"/>
              <a:t>CI: A TODO CIRCUITO </a:t>
            </a:r>
            <a:endParaRPr lang="es-CO" sz="2400" dirty="0" smtClean="0"/>
          </a:p>
          <a:p>
            <a:endParaRPr lang="es-CO" sz="2400" dirty="0"/>
          </a:p>
          <a:p>
            <a:endParaRPr lang="es-CO" sz="2400" dirty="0" smtClean="0"/>
          </a:p>
          <a:p>
            <a:endParaRPr lang="es-CO" sz="2400" dirty="0"/>
          </a:p>
          <a:p>
            <a:endParaRPr lang="es-CO" sz="2400" dirty="0" smtClean="0"/>
          </a:p>
          <a:p>
            <a:endParaRPr lang="es-CO" sz="2400" dirty="0"/>
          </a:p>
          <a:p>
            <a:endParaRPr lang="es-CO" sz="2400" dirty="0" smtClean="0"/>
          </a:p>
          <a:p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 smtClean="0"/>
              <a:t>PEI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 smtClean="0"/>
              <a:t>PMI</a:t>
            </a:r>
            <a:endParaRPr lang="es-CO" sz="24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09" y="3238352"/>
            <a:ext cx="5376072" cy="247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PERTINENCIA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138548" y="1958223"/>
            <a:ext cx="36716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Responde a situaciones contextuales o problemáticas locales, que son</a:t>
            </a:r>
          </a:p>
          <a:p>
            <a:r>
              <a:rPr lang="es-ES" sz="2800" dirty="0"/>
              <a:t>explicitadas y documentadas con sus causas.</a:t>
            </a:r>
            <a:endParaRPr lang="es-CO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89" y="1280160"/>
            <a:ext cx="7176076" cy="489555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1429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CONSISTENCIA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69875" y="1351508"/>
            <a:ext cx="279559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Articula la fundamentación, el contexto, la metodología y los resultados</a:t>
            </a:r>
          </a:p>
          <a:p>
            <a:r>
              <a:rPr lang="es-ES" sz="2400" dirty="0"/>
              <a:t>esperados, a partir de la autorreflexión y la autocrítica.</a:t>
            </a:r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087" y="1226234"/>
            <a:ext cx="8328213" cy="471033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460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MADUREZ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44194" y="1046987"/>
            <a:ext cx="11303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Reflexiona sobre el tiempo de desarrollo, </a:t>
            </a:r>
            <a:r>
              <a:rPr lang="es-ES" sz="2400" dirty="0" smtClean="0"/>
              <a:t>buscando fortalecerse durante los </a:t>
            </a:r>
            <a:r>
              <a:rPr lang="es-ES" sz="2400" dirty="0"/>
              <a:t>cambios de año lectivo mediante el análisis crítico de resultados y </a:t>
            </a:r>
            <a:r>
              <a:rPr lang="es-ES" sz="2400" dirty="0" smtClean="0"/>
              <a:t>el tiempo </a:t>
            </a:r>
            <a:r>
              <a:rPr lang="es-ES" sz="2400" dirty="0"/>
              <a:t>invertido.</a:t>
            </a:r>
            <a:endParaRPr lang="es-CO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93" y="2477673"/>
            <a:ext cx="11303611" cy="4149969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585" y="4724989"/>
            <a:ext cx="1426761" cy="159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2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EMPODERAMIENTO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946977" y="1365989"/>
            <a:ext cx="314178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/>
              <a:t>Involucra a maestros, directivos, padres, estudiantes y el sector</a:t>
            </a:r>
          </a:p>
          <a:p>
            <a:r>
              <a:rPr lang="es-ES" sz="2200" dirty="0"/>
              <a:t>productivo según sus roles y necesidades de participación, promoviendo</a:t>
            </a:r>
          </a:p>
          <a:p>
            <a:r>
              <a:rPr lang="es-ES" sz="2200" dirty="0"/>
              <a:t>el mejoramiento de la experiencia.</a:t>
            </a:r>
            <a:endParaRPr lang="es-CO" sz="2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36" y="1177338"/>
            <a:ext cx="8238905" cy="52093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7781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242869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EVALUACIÓN Y SEGUIMIENTO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12765" y="1324079"/>
            <a:ext cx="312771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/>
              <a:t>Dispone de metodología, instrumentos y mecanismos de seguimiento,</a:t>
            </a:r>
          </a:p>
          <a:p>
            <a:r>
              <a:rPr lang="es-ES" sz="2200" dirty="0"/>
              <a:t>evaluación, registro y análisis pertinentes; organiza aprendizajes para su</a:t>
            </a:r>
          </a:p>
          <a:p>
            <a:r>
              <a:rPr lang="es-ES" sz="2200" dirty="0"/>
              <a:t>fortalecimiento.</a:t>
            </a:r>
            <a:endParaRPr lang="es-CO" sz="2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63" y="867505"/>
            <a:ext cx="7745489" cy="54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6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RESULTADOS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015089" y="1628727"/>
            <a:ext cx="454855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Replantea resultados a corto, mediano y largo plazo</a:t>
            </a:r>
            <a:r>
              <a:rPr lang="es-E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Participa en convocatorias para fortalecerse</a:t>
            </a:r>
            <a:r>
              <a:rPr lang="es-CO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Identifica aspectos cognitivos, éticos, comportamentales </a:t>
            </a:r>
            <a:r>
              <a:rPr lang="es-ES" sz="2400" dirty="0" smtClean="0"/>
              <a:t>y competencias </a:t>
            </a:r>
            <a:r>
              <a:rPr lang="es-ES" sz="2400" dirty="0"/>
              <a:t>desarrolladas.</a:t>
            </a:r>
            <a:endParaRPr lang="es-CO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91268">
            <a:off x="2192647" y="2973353"/>
            <a:ext cx="4117144" cy="30878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38861">
            <a:off x="722544" y="1252159"/>
            <a:ext cx="4627465" cy="23505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0170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TRANSFERENCIA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443" y="1020266"/>
            <a:ext cx="11315114" cy="5655896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3936610" y="1455757"/>
            <a:ext cx="6661051" cy="2308324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r>
              <a:rPr lang="es-ES" sz="2400" dirty="0"/>
              <a:t>Reorganiza instrumentos y mecanismos para dar a conocer la experiencia</a:t>
            </a:r>
          </a:p>
          <a:p>
            <a:r>
              <a:rPr lang="es-ES" sz="2400" dirty="0"/>
              <a:t>a otros establecimientos: propuesta, desarrollo, metodología y resultados.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21453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SOSTENIBILIDAD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7995340" y="1549068"/>
            <a:ext cx="370449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Amplía </a:t>
            </a:r>
            <a:r>
              <a:rPr lang="es-ES" sz="2400" dirty="0" smtClean="0"/>
              <a:t>la participación </a:t>
            </a:r>
            <a:r>
              <a:rPr lang="es-ES" sz="2400" dirty="0"/>
              <a:t>de la comunidad educativa mediante espacios </a:t>
            </a:r>
            <a:r>
              <a:rPr lang="es-ES" sz="2400" dirty="0" smtClean="0"/>
              <a:t>de retroalimentación</a:t>
            </a:r>
            <a:r>
              <a:rPr lang="es-ES" sz="2400" dirty="0"/>
              <a:t>, socialización y validación como mecanismo de</a:t>
            </a:r>
          </a:p>
          <a:p>
            <a:r>
              <a:rPr lang="es-ES" sz="2400" dirty="0"/>
              <a:t>sostenibilidad institucional.</a:t>
            </a:r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8" y="1279677"/>
            <a:ext cx="5006608" cy="28243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904" y="3626560"/>
            <a:ext cx="5011096" cy="28242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0272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36277" y="435491"/>
            <a:ext cx="61194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INNOVACIÓN</a:t>
            </a:r>
            <a:endParaRPr lang="es-ES" sz="32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61073" y="1206538"/>
            <a:ext cx="385923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Elementos conceptuales y metodológicos para mejorar la </a:t>
            </a:r>
            <a:r>
              <a:rPr lang="es-ES" sz="2400" dirty="0" smtClean="0"/>
              <a:t>gestión y </a:t>
            </a:r>
            <a:r>
              <a:rPr lang="es-ES" sz="2400" dirty="0"/>
              <a:t>práctica pedagógica</a:t>
            </a:r>
            <a:r>
              <a:rPr lang="es-E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Elementos que permiten trascender como proyecto </a:t>
            </a:r>
            <a:r>
              <a:rPr lang="es-ES" sz="2400" dirty="0" smtClean="0"/>
              <a:t>de investigación </a:t>
            </a:r>
            <a:r>
              <a:rPr lang="es-ES" sz="2400" dirty="0"/>
              <a:t>o acción, aportando nuevo conocimiento.</a:t>
            </a:r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228177"/>
            <a:ext cx="3448050" cy="52197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516" y="1206538"/>
            <a:ext cx="3424993" cy="226818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516" y="3838027"/>
            <a:ext cx="3424993" cy="22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7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6035"/>
            <a:ext cx="12085478" cy="4598377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4" name="Rectángulo 3"/>
          <p:cNvSpPr/>
          <p:nvPr/>
        </p:nvSpPr>
        <p:spPr>
          <a:xfrm>
            <a:off x="3036277" y="5384412"/>
            <a:ext cx="611944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MUCHAS GRACIAS</a:t>
            </a:r>
            <a:endParaRPr lang="es-ES" sz="54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308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Cuenta Microsoft</cp:lastModifiedBy>
  <cp:revision>14</cp:revision>
  <dcterms:created xsi:type="dcterms:W3CDTF">2025-07-23T15:35:07Z</dcterms:created>
  <dcterms:modified xsi:type="dcterms:W3CDTF">2025-09-09T14:51:04Z</dcterms:modified>
</cp:coreProperties>
</file>