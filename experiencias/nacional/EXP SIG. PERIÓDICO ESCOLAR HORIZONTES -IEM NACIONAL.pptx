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5" r:id="rId5"/>
    <p:sldId id="276" r:id="rId6"/>
    <p:sldId id="278" r:id="rId7"/>
    <p:sldId id="279" r:id="rId8"/>
    <p:sldId id="281" r:id="rId9"/>
    <p:sldId id="282" r:id="rId10"/>
    <p:sldId id="280" r:id="rId11"/>
    <p:sldId id="283" r:id="rId12"/>
    <p:sldId id="284" r:id="rId13"/>
    <p:sldId id="285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2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C3BAB1-6AB9-471C-B7ED-72160D292A3E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EA271170-E15A-4F17-B37D-E96C9D440709}">
      <dgm:prSet phldrT="[Texto]"/>
      <dgm:spPr/>
      <dgm:t>
        <a:bodyPr/>
        <a:lstStyle/>
        <a:p>
          <a:r>
            <a:rPr lang="es-ES" dirty="0"/>
            <a:t>1982</a:t>
          </a:r>
          <a:endParaRPr lang="es-CO" dirty="0"/>
        </a:p>
      </dgm:t>
    </dgm:pt>
    <dgm:pt modelId="{ACBD2F6A-E6AA-4D08-85B0-C708D004FEA4}" type="parTrans" cxnId="{7E0F3B1F-F750-470C-9D38-043B2EB34171}">
      <dgm:prSet/>
      <dgm:spPr/>
      <dgm:t>
        <a:bodyPr/>
        <a:lstStyle/>
        <a:p>
          <a:endParaRPr lang="es-CO"/>
        </a:p>
      </dgm:t>
    </dgm:pt>
    <dgm:pt modelId="{00DB3A99-6BF8-4B0C-A22F-4210FB8EC329}" type="sibTrans" cxnId="{7E0F3B1F-F750-470C-9D38-043B2EB34171}">
      <dgm:prSet/>
      <dgm:spPr/>
      <dgm:t>
        <a:bodyPr/>
        <a:lstStyle/>
        <a:p>
          <a:endParaRPr lang="es-CO"/>
        </a:p>
      </dgm:t>
    </dgm:pt>
    <dgm:pt modelId="{8872DB42-381E-478D-A2CC-43734CDF9D91}">
      <dgm:prSet phldrT="[Texto]"/>
      <dgm:spPr/>
      <dgm:t>
        <a:bodyPr/>
        <a:lstStyle/>
        <a:p>
          <a:r>
            <a:rPr lang="es-ES" dirty="0"/>
            <a:t>El Nacional</a:t>
          </a:r>
          <a:endParaRPr lang="es-CO" dirty="0"/>
        </a:p>
      </dgm:t>
    </dgm:pt>
    <dgm:pt modelId="{C2B1EC16-589C-4196-84D7-1ED606666292}" type="parTrans" cxnId="{ED9E52C9-82E1-4F1A-B56A-BEED0B4BA486}">
      <dgm:prSet/>
      <dgm:spPr/>
      <dgm:t>
        <a:bodyPr/>
        <a:lstStyle/>
        <a:p>
          <a:endParaRPr lang="es-CO"/>
        </a:p>
      </dgm:t>
    </dgm:pt>
    <dgm:pt modelId="{E178382A-6BAA-45AC-B7C2-A8E7C37AAD23}" type="sibTrans" cxnId="{ED9E52C9-82E1-4F1A-B56A-BEED0B4BA486}">
      <dgm:prSet/>
      <dgm:spPr/>
      <dgm:t>
        <a:bodyPr/>
        <a:lstStyle/>
        <a:p>
          <a:endParaRPr lang="es-CO"/>
        </a:p>
      </dgm:t>
    </dgm:pt>
    <dgm:pt modelId="{188799A8-98E5-4A36-8298-1D919F876D23}">
      <dgm:prSet phldrT="[Texto]"/>
      <dgm:spPr/>
      <dgm:t>
        <a:bodyPr/>
        <a:lstStyle/>
        <a:p>
          <a:r>
            <a:rPr lang="es-ES" dirty="0"/>
            <a:t>1992</a:t>
          </a:r>
          <a:endParaRPr lang="es-CO" dirty="0"/>
        </a:p>
      </dgm:t>
    </dgm:pt>
    <dgm:pt modelId="{2A139F4B-5DC0-4D17-AE6D-7EB607A9B1B3}" type="parTrans" cxnId="{7D947EB1-FADB-4B32-9BB4-F77DA709ED2D}">
      <dgm:prSet/>
      <dgm:spPr/>
      <dgm:t>
        <a:bodyPr/>
        <a:lstStyle/>
        <a:p>
          <a:endParaRPr lang="es-CO"/>
        </a:p>
      </dgm:t>
    </dgm:pt>
    <dgm:pt modelId="{FAAAAB2C-18A5-4E00-BD7C-E1A715A9F22B}" type="sibTrans" cxnId="{7D947EB1-FADB-4B32-9BB4-F77DA709ED2D}">
      <dgm:prSet/>
      <dgm:spPr/>
      <dgm:t>
        <a:bodyPr/>
        <a:lstStyle/>
        <a:p>
          <a:endParaRPr lang="es-CO"/>
        </a:p>
      </dgm:t>
    </dgm:pt>
    <dgm:pt modelId="{1A0D3060-1C2A-4C13-9D06-FD25FD1E77FE}">
      <dgm:prSet phldrT="[Texto]"/>
      <dgm:spPr/>
      <dgm:t>
        <a:bodyPr/>
        <a:lstStyle/>
        <a:p>
          <a:r>
            <a:rPr lang="es-ES" dirty="0"/>
            <a:t>Eco Estudiantil</a:t>
          </a:r>
          <a:endParaRPr lang="es-CO" dirty="0"/>
        </a:p>
      </dgm:t>
    </dgm:pt>
    <dgm:pt modelId="{591BD3DA-72B0-42E5-ABA5-25A7FCF4F6CD}" type="parTrans" cxnId="{520BE0D0-559E-4436-91FF-27D374959CAF}">
      <dgm:prSet/>
      <dgm:spPr/>
      <dgm:t>
        <a:bodyPr/>
        <a:lstStyle/>
        <a:p>
          <a:endParaRPr lang="es-CO"/>
        </a:p>
      </dgm:t>
    </dgm:pt>
    <dgm:pt modelId="{44270E8B-6C4A-4F5B-A086-7A8FDC381D25}" type="sibTrans" cxnId="{520BE0D0-559E-4436-91FF-27D374959CAF}">
      <dgm:prSet/>
      <dgm:spPr/>
      <dgm:t>
        <a:bodyPr/>
        <a:lstStyle/>
        <a:p>
          <a:endParaRPr lang="es-CO"/>
        </a:p>
      </dgm:t>
    </dgm:pt>
    <dgm:pt modelId="{6A76EDCD-E0B7-4396-B923-9C864AC31DC0}">
      <dgm:prSet phldrT="[Texto]"/>
      <dgm:spPr/>
      <dgm:t>
        <a:bodyPr/>
        <a:lstStyle/>
        <a:p>
          <a:r>
            <a:rPr lang="es-ES" dirty="0"/>
            <a:t>2003</a:t>
          </a:r>
          <a:endParaRPr lang="es-CO" dirty="0"/>
        </a:p>
      </dgm:t>
    </dgm:pt>
    <dgm:pt modelId="{FF473170-E44E-451E-A3BC-B296539ED46A}" type="parTrans" cxnId="{0E5C28A8-A878-4E30-9F0A-4A2B5F210617}">
      <dgm:prSet/>
      <dgm:spPr/>
      <dgm:t>
        <a:bodyPr/>
        <a:lstStyle/>
        <a:p>
          <a:endParaRPr lang="es-CO"/>
        </a:p>
      </dgm:t>
    </dgm:pt>
    <dgm:pt modelId="{262083A8-62AF-4EC0-AD36-362ABEE302C7}" type="sibTrans" cxnId="{0E5C28A8-A878-4E30-9F0A-4A2B5F210617}">
      <dgm:prSet/>
      <dgm:spPr/>
      <dgm:t>
        <a:bodyPr/>
        <a:lstStyle/>
        <a:p>
          <a:endParaRPr lang="es-CO"/>
        </a:p>
      </dgm:t>
    </dgm:pt>
    <dgm:pt modelId="{2F73BFE4-75D6-43A1-AA65-0D8DAF03984C}">
      <dgm:prSet phldrT="[Texto]"/>
      <dgm:spPr/>
      <dgm:t>
        <a:bodyPr/>
        <a:lstStyle/>
        <a:p>
          <a:r>
            <a:rPr lang="es-ES" dirty="0"/>
            <a:t>Horizontes</a:t>
          </a:r>
          <a:endParaRPr lang="es-CO" dirty="0"/>
        </a:p>
      </dgm:t>
    </dgm:pt>
    <dgm:pt modelId="{1136A18E-03B0-4AD0-8B9D-3E6C6267C48E}" type="parTrans" cxnId="{0486C3B9-94D1-4870-A4BB-EAEF712E3F2A}">
      <dgm:prSet/>
      <dgm:spPr/>
      <dgm:t>
        <a:bodyPr/>
        <a:lstStyle/>
        <a:p>
          <a:endParaRPr lang="es-CO"/>
        </a:p>
      </dgm:t>
    </dgm:pt>
    <dgm:pt modelId="{24AE31C1-7C75-497F-86B7-D82BC77113CB}" type="sibTrans" cxnId="{0486C3B9-94D1-4870-A4BB-EAEF712E3F2A}">
      <dgm:prSet/>
      <dgm:spPr/>
      <dgm:t>
        <a:bodyPr/>
        <a:lstStyle/>
        <a:p>
          <a:endParaRPr lang="es-CO"/>
        </a:p>
      </dgm:t>
    </dgm:pt>
    <dgm:pt modelId="{165E020A-93B7-4332-BD03-B9BD1216D53B}" type="pres">
      <dgm:prSet presAssocID="{05C3BAB1-6AB9-471C-B7ED-72160D292A3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729180A1-1EC7-4457-9572-C8C560727395}" type="pres">
      <dgm:prSet presAssocID="{05C3BAB1-6AB9-471C-B7ED-72160D292A3E}" presName="tSp" presStyleCnt="0"/>
      <dgm:spPr/>
    </dgm:pt>
    <dgm:pt modelId="{72F06FFD-CCBE-4FA6-B3BC-FC3EE9E440E4}" type="pres">
      <dgm:prSet presAssocID="{05C3BAB1-6AB9-471C-B7ED-72160D292A3E}" presName="bSp" presStyleCnt="0"/>
      <dgm:spPr/>
    </dgm:pt>
    <dgm:pt modelId="{87E80860-A19D-417B-A182-0E89A7ED2795}" type="pres">
      <dgm:prSet presAssocID="{05C3BAB1-6AB9-471C-B7ED-72160D292A3E}" presName="process" presStyleCnt="0"/>
      <dgm:spPr/>
    </dgm:pt>
    <dgm:pt modelId="{E7697101-B4D5-416C-B3DF-A84A9C40D0B8}" type="pres">
      <dgm:prSet presAssocID="{EA271170-E15A-4F17-B37D-E96C9D440709}" presName="composite1" presStyleCnt="0"/>
      <dgm:spPr/>
    </dgm:pt>
    <dgm:pt modelId="{D96460E6-361E-4F61-A836-451E18A9420A}" type="pres">
      <dgm:prSet presAssocID="{EA271170-E15A-4F17-B37D-E96C9D440709}" presName="dummyNode1" presStyleLbl="node1" presStyleIdx="0" presStyleCnt="3"/>
      <dgm:spPr/>
    </dgm:pt>
    <dgm:pt modelId="{B237D0D0-BBB4-4E66-B739-8002E8EBB666}" type="pres">
      <dgm:prSet presAssocID="{EA271170-E15A-4F17-B37D-E96C9D440709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EF809AF-6BEF-4BF8-BD87-9A8573F6DDB3}" type="pres">
      <dgm:prSet presAssocID="{EA271170-E15A-4F17-B37D-E96C9D440709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3D954A3-6F50-4070-B452-9DFD499D4959}" type="pres">
      <dgm:prSet presAssocID="{EA271170-E15A-4F17-B37D-E96C9D440709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DDF8966-9E47-4E29-9C53-5BC5361A6485}" type="pres">
      <dgm:prSet presAssocID="{EA271170-E15A-4F17-B37D-E96C9D440709}" presName="connSite1" presStyleCnt="0"/>
      <dgm:spPr/>
    </dgm:pt>
    <dgm:pt modelId="{B05253D2-11DE-4EC2-911F-27A3A4B03DC0}" type="pres">
      <dgm:prSet presAssocID="{00DB3A99-6BF8-4B0C-A22F-4210FB8EC329}" presName="Name9" presStyleLbl="sibTrans2D1" presStyleIdx="0" presStyleCnt="2"/>
      <dgm:spPr/>
      <dgm:t>
        <a:bodyPr/>
        <a:lstStyle/>
        <a:p>
          <a:endParaRPr lang="es-ES"/>
        </a:p>
      </dgm:t>
    </dgm:pt>
    <dgm:pt modelId="{25FE2048-5824-4393-A777-C5197346C732}" type="pres">
      <dgm:prSet presAssocID="{188799A8-98E5-4A36-8298-1D919F876D23}" presName="composite2" presStyleCnt="0"/>
      <dgm:spPr/>
    </dgm:pt>
    <dgm:pt modelId="{AECAB378-E111-4362-89F8-7CF423F917AF}" type="pres">
      <dgm:prSet presAssocID="{188799A8-98E5-4A36-8298-1D919F876D23}" presName="dummyNode2" presStyleLbl="node1" presStyleIdx="0" presStyleCnt="3"/>
      <dgm:spPr/>
    </dgm:pt>
    <dgm:pt modelId="{5BC4BB77-7681-4AA5-AC1F-EBFC7D805B91}" type="pres">
      <dgm:prSet presAssocID="{188799A8-98E5-4A36-8298-1D919F876D23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84D20E3-4FF4-4EE4-850F-C4AF870E1523}" type="pres">
      <dgm:prSet presAssocID="{188799A8-98E5-4A36-8298-1D919F876D23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44512F7-8771-4963-B150-696BB0E1FE4F}" type="pres">
      <dgm:prSet presAssocID="{188799A8-98E5-4A36-8298-1D919F876D23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B1B1231-68F2-4BB0-9180-D35CBF5692C7}" type="pres">
      <dgm:prSet presAssocID="{188799A8-98E5-4A36-8298-1D919F876D23}" presName="connSite2" presStyleCnt="0"/>
      <dgm:spPr/>
    </dgm:pt>
    <dgm:pt modelId="{18C21D59-CD88-4B34-B0FA-AB4056295812}" type="pres">
      <dgm:prSet presAssocID="{FAAAAB2C-18A5-4E00-BD7C-E1A715A9F22B}" presName="Name18" presStyleLbl="sibTrans2D1" presStyleIdx="1" presStyleCnt="2"/>
      <dgm:spPr/>
      <dgm:t>
        <a:bodyPr/>
        <a:lstStyle/>
        <a:p>
          <a:endParaRPr lang="es-ES"/>
        </a:p>
      </dgm:t>
    </dgm:pt>
    <dgm:pt modelId="{3EC44A30-5E7E-4B9C-ADA3-02595AF19CAB}" type="pres">
      <dgm:prSet presAssocID="{6A76EDCD-E0B7-4396-B923-9C864AC31DC0}" presName="composite1" presStyleCnt="0"/>
      <dgm:spPr/>
    </dgm:pt>
    <dgm:pt modelId="{DF0FB5FD-FD39-4308-A937-007B16066AA7}" type="pres">
      <dgm:prSet presAssocID="{6A76EDCD-E0B7-4396-B923-9C864AC31DC0}" presName="dummyNode1" presStyleLbl="node1" presStyleIdx="1" presStyleCnt="3"/>
      <dgm:spPr/>
    </dgm:pt>
    <dgm:pt modelId="{DA548DCF-BC6F-49D9-8D9D-7B8CA418FDB2}" type="pres">
      <dgm:prSet presAssocID="{6A76EDCD-E0B7-4396-B923-9C864AC31DC0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F986612-BC23-4434-AF38-AE0E240DFF48}" type="pres">
      <dgm:prSet presAssocID="{6A76EDCD-E0B7-4396-B923-9C864AC31DC0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F09AB65-72B9-4D0A-BA1E-A2205AE868A0}" type="pres">
      <dgm:prSet presAssocID="{6A76EDCD-E0B7-4396-B923-9C864AC31DC0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AFB7C33-0113-4820-866C-4B31864EF89E}" type="pres">
      <dgm:prSet presAssocID="{6A76EDCD-E0B7-4396-B923-9C864AC31DC0}" presName="connSite1" presStyleCnt="0"/>
      <dgm:spPr/>
    </dgm:pt>
  </dgm:ptLst>
  <dgm:cxnLst>
    <dgm:cxn modelId="{0E5C28A8-A878-4E30-9F0A-4A2B5F210617}" srcId="{05C3BAB1-6AB9-471C-B7ED-72160D292A3E}" destId="{6A76EDCD-E0B7-4396-B923-9C864AC31DC0}" srcOrd="2" destOrd="0" parTransId="{FF473170-E44E-451E-A3BC-B296539ED46A}" sibTransId="{262083A8-62AF-4EC0-AD36-362ABEE302C7}"/>
    <dgm:cxn modelId="{8A0FA3D4-09EF-451F-BCDD-5F7D641E77DA}" type="presOf" srcId="{1A0D3060-1C2A-4C13-9D06-FD25FD1E77FE}" destId="{284D20E3-4FF4-4EE4-850F-C4AF870E1523}" srcOrd="1" destOrd="0" presId="urn:microsoft.com/office/officeart/2005/8/layout/hProcess4"/>
    <dgm:cxn modelId="{C83E4A2E-7631-4F4D-A2BE-1A3E25DCBCDC}" type="presOf" srcId="{8872DB42-381E-478D-A2CC-43734CDF9D91}" destId="{B237D0D0-BBB4-4E66-B739-8002E8EBB666}" srcOrd="0" destOrd="0" presId="urn:microsoft.com/office/officeart/2005/8/layout/hProcess4"/>
    <dgm:cxn modelId="{520BE0D0-559E-4436-91FF-27D374959CAF}" srcId="{188799A8-98E5-4A36-8298-1D919F876D23}" destId="{1A0D3060-1C2A-4C13-9D06-FD25FD1E77FE}" srcOrd="0" destOrd="0" parTransId="{591BD3DA-72B0-42E5-ABA5-25A7FCF4F6CD}" sibTransId="{44270E8B-6C4A-4F5B-A086-7A8FDC381D25}"/>
    <dgm:cxn modelId="{9EF92F71-ADE6-44B7-B5B8-BC4E58DE84B1}" type="presOf" srcId="{05C3BAB1-6AB9-471C-B7ED-72160D292A3E}" destId="{165E020A-93B7-4332-BD03-B9BD1216D53B}" srcOrd="0" destOrd="0" presId="urn:microsoft.com/office/officeart/2005/8/layout/hProcess4"/>
    <dgm:cxn modelId="{810B8D78-4285-4C03-838D-30D82EF5A2F0}" type="presOf" srcId="{2F73BFE4-75D6-43A1-AA65-0D8DAF03984C}" destId="{7F986612-BC23-4434-AF38-AE0E240DFF48}" srcOrd="1" destOrd="0" presId="urn:microsoft.com/office/officeart/2005/8/layout/hProcess4"/>
    <dgm:cxn modelId="{0B7887C3-CF36-44B4-ACE1-25C2D5BC31E4}" type="presOf" srcId="{FAAAAB2C-18A5-4E00-BD7C-E1A715A9F22B}" destId="{18C21D59-CD88-4B34-B0FA-AB4056295812}" srcOrd="0" destOrd="0" presId="urn:microsoft.com/office/officeart/2005/8/layout/hProcess4"/>
    <dgm:cxn modelId="{8E0DC29B-A1B7-426B-B2A2-31856A791323}" type="presOf" srcId="{8872DB42-381E-478D-A2CC-43734CDF9D91}" destId="{AEF809AF-6BEF-4BF8-BD87-9A8573F6DDB3}" srcOrd="1" destOrd="0" presId="urn:microsoft.com/office/officeart/2005/8/layout/hProcess4"/>
    <dgm:cxn modelId="{ED9E52C9-82E1-4F1A-B56A-BEED0B4BA486}" srcId="{EA271170-E15A-4F17-B37D-E96C9D440709}" destId="{8872DB42-381E-478D-A2CC-43734CDF9D91}" srcOrd="0" destOrd="0" parTransId="{C2B1EC16-589C-4196-84D7-1ED606666292}" sibTransId="{E178382A-6BAA-45AC-B7C2-A8E7C37AAD23}"/>
    <dgm:cxn modelId="{3AB25172-35FF-425E-B30F-3F66FC2E059E}" type="presOf" srcId="{1A0D3060-1C2A-4C13-9D06-FD25FD1E77FE}" destId="{5BC4BB77-7681-4AA5-AC1F-EBFC7D805B91}" srcOrd="0" destOrd="0" presId="urn:microsoft.com/office/officeart/2005/8/layout/hProcess4"/>
    <dgm:cxn modelId="{89E36199-F4AB-4F86-A19C-1AA85C1BD26E}" type="presOf" srcId="{00DB3A99-6BF8-4B0C-A22F-4210FB8EC329}" destId="{B05253D2-11DE-4EC2-911F-27A3A4B03DC0}" srcOrd="0" destOrd="0" presId="urn:microsoft.com/office/officeart/2005/8/layout/hProcess4"/>
    <dgm:cxn modelId="{7D947EB1-FADB-4B32-9BB4-F77DA709ED2D}" srcId="{05C3BAB1-6AB9-471C-B7ED-72160D292A3E}" destId="{188799A8-98E5-4A36-8298-1D919F876D23}" srcOrd="1" destOrd="0" parTransId="{2A139F4B-5DC0-4D17-AE6D-7EB607A9B1B3}" sibTransId="{FAAAAB2C-18A5-4E00-BD7C-E1A715A9F22B}"/>
    <dgm:cxn modelId="{B1511EEF-8E2D-422A-840D-0C7AC7476388}" type="presOf" srcId="{188799A8-98E5-4A36-8298-1D919F876D23}" destId="{644512F7-8771-4963-B150-696BB0E1FE4F}" srcOrd="0" destOrd="0" presId="urn:microsoft.com/office/officeart/2005/8/layout/hProcess4"/>
    <dgm:cxn modelId="{9CB6CB67-EA77-49C8-8597-09C68CD55627}" type="presOf" srcId="{6A76EDCD-E0B7-4396-B923-9C864AC31DC0}" destId="{4F09AB65-72B9-4D0A-BA1E-A2205AE868A0}" srcOrd="0" destOrd="0" presId="urn:microsoft.com/office/officeart/2005/8/layout/hProcess4"/>
    <dgm:cxn modelId="{F32CC22B-5FB7-47CF-A4CD-6C234E35084A}" type="presOf" srcId="{2F73BFE4-75D6-43A1-AA65-0D8DAF03984C}" destId="{DA548DCF-BC6F-49D9-8D9D-7B8CA418FDB2}" srcOrd="0" destOrd="0" presId="urn:microsoft.com/office/officeart/2005/8/layout/hProcess4"/>
    <dgm:cxn modelId="{1A73F28D-00D1-4AE5-92C5-7C1126C9CAFF}" type="presOf" srcId="{EA271170-E15A-4F17-B37D-E96C9D440709}" destId="{33D954A3-6F50-4070-B452-9DFD499D4959}" srcOrd="0" destOrd="0" presId="urn:microsoft.com/office/officeart/2005/8/layout/hProcess4"/>
    <dgm:cxn modelId="{7E0F3B1F-F750-470C-9D38-043B2EB34171}" srcId="{05C3BAB1-6AB9-471C-B7ED-72160D292A3E}" destId="{EA271170-E15A-4F17-B37D-E96C9D440709}" srcOrd="0" destOrd="0" parTransId="{ACBD2F6A-E6AA-4D08-85B0-C708D004FEA4}" sibTransId="{00DB3A99-6BF8-4B0C-A22F-4210FB8EC329}"/>
    <dgm:cxn modelId="{0486C3B9-94D1-4870-A4BB-EAEF712E3F2A}" srcId="{6A76EDCD-E0B7-4396-B923-9C864AC31DC0}" destId="{2F73BFE4-75D6-43A1-AA65-0D8DAF03984C}" srcOrd="0" destOrd="0" parTransId="{1136A18E-03B0-4AD0-8B9D-3E6C6267C48E}" sibTransId="{24AE31C1-7C75-497F-86B7-D82BC77113CB}"/>
    <dgm:cxn modelId="{5992A370-B7DA-4486-AEBA-7FFA2B1CA990}" type="presParOf" srcId="{165E020A-93B7-4332-BD03-B9BD1216D53B}" destId="{729180A1-1EC7-4457-9572-C8C560727395}" srcOrd="0" destOrd="0" presId="urn:microsoft.com/office/officeart/2005/8/layout/hProcess4"/>
    <dgm:cxn modelId="{1CA0241A-FC39-42B5-B2C7-47C6C60E1984}" type="presParOf" srcId="{165E020A-93B7-4332-BD03-B9BD1216D53B}" destId="{72F06FFD-CCBE-4FA6-B3BC-FC3EE9E440E4}" srcOrd="1" destOrd="0" presId="urn:microsoft.com/office/officeart/2005/8/layout/hProcess4"/>
    <dgm:cxn modelId="{74F92EEC-111D-4686-B621-444BB54DB900}" type="presParOf" srcId="{165E020A-93B7-4332-BD03-B9BD1216D53B}" destId="{87E80860-A19D-417B-A182-0E89A7ED2795}" srcOrd="2" destOrd="0" presId="urn:microsoft.com/office/officeart/2005/8/layout/hProcess4"/>
    <dgm:cxn modelId="{05F9D14A-4DD5-40F2-96B8-4FE343DCFB3E}" type="presParOf" srcId="{87E80860-A19D-417B-A182-0E89A7ED2795}" destId="{E7697101-B4D5-416C-B3DF-A84A9C40D0B8}" srcOrd="0" destOrd="0" presId="urn:microsoft.com/office/officeart/2005/8/layout/hProcess4"/>
    <dgm:cxn modelId="{D4922C63-CA23-4BF7-9CFE-C73D11272E11}" type="presParOf" srcId="{E7697101-B4D5-416C-B3DF-A84A9C40D0B8}" destId="{D96460E6-361E-4F61-A836-451E18A9420A}" srcOrd="0" destOrd="0" presId="urn:microsoft.com/office/officeart/2005/8/layout/hProcess4"/>
    <dgm:cxn modelId="{09CA6540-762F-452D-8E06-4BFD0E34281A}" type="presParOf" srcId="{E7697101-B4D5-416C-B3DF-A84A9C40D0B8}" destId="{B237D0D0-BBB4-4E66-B739-8002E8EBB666}" srcOrd="1" destOrd="0" presId="urn:microsoft.com/office/officeart/2005/8/layout/hProcess4"/>
    <dgm:cxn modelId="{094A245D-2D8C-4690-BD45-71711678C134}" type="presParOf" srcId="{E7697101-B4D5-416C-B3DF-A84A9C40D0B8}" destId="{AEF809AF-6BEF-4BF8-BD87-9A8573F6DDB3}" srcOrd="2" destOrd="0" presId="urn:microsoft.com/office/officeart/2005/8/layout/hProcess4"/>
    <dgm:cxn modelId="{53F189AE-1154-44D8-B0FC-4D39828CD2B4}" type="presParOf" srcId="{E7697101-B4D5-416C-B3DF-A84A9C40D0B8}" destId="{33D954A3-6F50-4070-B452-9DFD499D4959}" srcOrd="3" destOrd="0" presId="urn:microsoft.com/office/officeart/2005/8/layout/hProcess4"/>
    <dgm:cxn modelId="{D0A9B32C-A3E2-40CF-B7C2-8959522A2AFB}" type="presParOf" srcId="{E7697101-B4D5-416C-B3DF-A84A9C40D0B8}" destId="{6DDF8966-9E47-4E29-9C53-5BC5361A6485}" srcOrd="4" destOrd="0" presId="urn:microsoft.com/office/officeart/2005/8/layout/hProcess4"/>
    <dgm:cxn modelId="{476F91D1-B380-434A-81EF-CC7BAE478059}" type="presParOf" srcId="{87E80860-A19D-417B-A182-0E89A7ED2795}" destId="{B05253D2-11DE-4EC2-911F-27A3A4B03DC0}" srcOrd="1" destOrd="0" presId="urn:microsoft.com/office/officeart/2005/8/layout/hProcess4"/>
    <dgm:cxn modelId="{612AA85A-CECC-47EE-84CA-81101AF6D009}" type="presParOf" srcId="{87E80860-A19D-417B-A182-0E89A7ED2795}" destId="{25FE2048-5824-4393-A777-C5197346C732}" srcOrd="2" destOrd="0" presId="urn:microsoft.com/office/officeart/2005/8/layout/hProcess4"/>
    <dgm:cxn modelId="{3D160013-A912-45C1-8626-FD412EF14F6F}" type="presParOf" srcId="{25FE2048-5824-4393-A777-C5197346C732}" destId="{AECAB378-E111-4362-89F8-7CF423F917AF}" srcOrd="0" destOrd="0" presId="urn:microsoft.com/office/officeart/2005/8/layout/hProcess4"/>
    <dgm:cxn modelId="{1E64F8C7-59F2-4FA7-A996-D961B6BB60B6}" type="presParOf" srcId="{25FE2048-5824-4393-A777-C5197346C732}" destId="{5BC4BB77-7681-4AA5-AC1F-EBFC7D805B91}" srcOrd="1" destOrd="0" presId="urn:microsoft.com/office/officeart/2005/8/layout/hProcess4"/>
    <dgm:cxn modelId="{C0BC3149-5237-43AC-B99D-7EEC05DCBA49}" type="presParOf" srcId="{25FE2048-5824-4393-A777-C5197346C732}" destId="{284D20E3-4FF4-4EE4-850F-C4AF870E1523}" srcOrd="2" destOrd="0" presId="urn:microsoft.com/office/officeart/2005/8/layout/hProcess4"/>
    <dgm:cxn modelId="{D35C0576-3BB4-40C8-84D8-C1639B92E470}" type="presParOf" srcId="{25FE2048-5824-4393-A777-C5197346C732}" destId="{644512F7-8771-4963-B150-696BB0E1FE4F}" srcOrd="3" destOrd="0" presId="urn:microsoft.com/office/officeart/2005/8/layout/hProcess4"/>
    <dgm:cxn modelId="{2E919C90-40B8-4A16-82A8-AEEE746627CB}" type="presParOf" srcId="{25FE2048-5824-4393-A777-C5197346C732}" destId="{9B1B1231-68F2-4BB0-9180-D35CBF5692C7}" srcOrd="4" destOrd="0" presId="urn:microsoft.com/office/officeart/2005/8/layout/hProcess4"/>
    <dgm:cxn modelId="{94D6D0F6-6FF1-48AF-9C78-CD59F68B6570}" type="presParOf" srcId="{87E80860-A19D-417B-A182-0E89A7ED2795}" destId="{18C21D59-CD88-4B34-B0FA-AB4056295812}" srcOrd="3" destOrd="0" presId="urn:microsoft.com/office/officeart/2005/8/layout/hProcess4"/>
    <dgm:cxn modelId="{0699B6AE-D24F-459C-948F-7E0B4E42B8B8}" type="presParOf" srcId="{87E80860-A19D-417B-A182-0E89A7ED2795}" destId="{3EC44A30-5E7E-4B9C-ADA3-02595AF19CAB}" srcOrd="4" destOrd="0" presId="urn:microsoft.com/office/officeart/2005/8/layout/hProcess4"/>
    <dgm:cxn modelId="{398A8C3E-A4D2-4F8E-BAF4-63AE23838D32}" type="presParOf" srcId="{3EC44A30-5E7E-4B9C-ADA3-02595AF19CAB}" destId="{DF0FB5FD-FD39-4308-A937-007B16066AA7}" srcOrd="0" destOrd="0" presId="urn:microsoft.com/office/officeart/2005/8/layout/hProcess4"/>
    <dgm:cxn modelId="{FF86737F-4577-4179-AD68-D6FC00E15DE9}" type="presParOf" srcId="{3EC44A30-5E7E-4B9C-ADA3-02595AF19CAB}" destId="{DA548DCF-BC6F-49D9-8D9D-7B8CA418FDB2}" srcOrd="1" destOrd="0" presId="urn:microsoft.com/office/officeart/2005/8/layout/hProcess4"/>
    <dgm:cxn modelId="{FB5E6880-E43B-4725-BE9D-67CC91811F87}" type="presParOf" srcId="{3EC44A30-5E7E-4B9C-ADA3-02595AF19CAB}" destId="{7F986612-BC23-4434-AF38-AE0E240DFF48}" srcOrd="2" destOrd="0" presId="urn:microsoft.com/office/officeart/2005/8/layout/hProcess4"/>
    <dgm:cxn modelId="{BFE6CFB0-BA45-4D9B-94BE-507B2B8A4478}" type="presParOf" srcId="{3EC44A30-5E7E-4B9C-ADA3-02595AF19CAB}" destId="{4F09AB65-72B9-4D0A-BA1E-A2205AE868A0}" srcOrd="3" destOrd="0" presId="urn:microsoft.com/office/officeart/2005/8/layout/hProcess4"/>
    <dgm:cxn modelId="{EC19897F-6EBC-4AEF-8F8A-3F938AE506F5}" type="presParOf" srcId="{3EC44A30-5E7E-4B9C-ADA3-02595AF19CAB}" destId="{DAFB7C33-0113-4820-866C-4B31864EF89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B58D6A-1285-4BBC-8E16-CCB75EEB10AB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983AC218-E77D-4D5D-AA8D-8D7C424C1C2B}">
      <dgm:prSet phldrT="[Texto]"/>
      <dgm:spPr/>
      <dgm:t>
        <a:bodyPr/>
        <a:lstStyle/>
        <a:p>
          <a:r>
            <a:rPr lang="es-ES" dirty="0"/>
            <a:t>PEDAGÓGICA</a:t>
          </a:r>
          <a:endParaRPr lang="es-CO" dirty="0"/>
        </a:p>
      </dgm:t>
    </dgm:pt>
    <dgm:pt modelId="{5E39D47B-C9C3-463D-9DB3-C16057324A75}" type="parTrans" cxnId="{5B7C2EF3-0AA9-4341-9B82-D12F661C7E2E}">
      <dgm:prSet/>
      <dgm:spPr/>
      <dgm:t>
        <a:bodyPr/>
        <a:lstStyle/>
        <a:p>
          <a:endParaRPr lang="es-CO"/>
        </a:p>
      </dgm:t>
    </dgm:pt>
    <dgm:pt modelId="{D58FBFB7-7741-45AE-9081-A24521ABFA46}" type="sibTrans" cxnId="{5B7C2EF3-0AA9-4341-9B82-D12F661C7E2E}">
      <dgm:prSet/>
      <dgm:spPr/>
      <dgm:t>
        <a:bodyPr/>
        <a:lstStyle/>
        <a:p>
          <a:endParaRPr lang="es-CO"/>
        </a:p>
      </dgm:t>
    </dgm:pt>
    <dgm:pt modelId="{922DE915-CD93-4DC2-A463-63464BB9AA5B}">
      <dgm:prSet phldrT="[Texto]"/>
      <dgm:spPr/>
      <dgm:t>
        <a:bodyPr/>
        <a:lstStyle/>
        <a:p>
          <a:r>
            <a:rPr lang="es-CO" dirty="0"/>
            <a:t>Enfoque socio-constructivista. Interacción, construcción conjunta y saberes previos. </a:t>
          </a:r>
        </a:p>
      </dgm:t>
    </dgm:pt>
    <dgm:pt modelId="{4A35A14C-75EA-449B-8D17-8F926EF5826D}" type="parTrans" cxnId="{AA941C5F-FAE3-4A67-B8CF-8E04CE5AC98F}">
      <dgm:prSet/>
      <dgm:spPr/>
      <dgm:t>
        <a:bodyPr/>
        <a:lstStyle/>
        <a:p>
          <a:endParaRPr lang="es-CO"/>
        </a:p>
      </dgm:t>
    </dgm:pt>
    <dgm:pt modelId="{AC924C03-3FFB-4761-AAC3-E13EDB8D1CCF}" type="sibTrans" cxnId="{AA941C5F-FAE3-4A67-B8CF-8E04CE5AC98F}">
      <dgm:prSet/>
      <dgm:spPr/>
      <dgm:t>
        <a:bodyPr/>
        <a:lstStyle/>
        <a:p>
          <a:endParaRPr lang="es-CO"/>
        </a:p>
      </dgm:t>
    </dgm:pt>
    <dgm:pt modelId="{D3C6FA0C-D443-4F51-80EB-9BAB83119F0F}">
      <dgm:prSet phldrT="[Texto]"/>
      <dgm:spPr/>
      <dgm:t>
        <a:bodyPr/>
        <a:lstStyle/>
        <a:p>
          <a:r>
            <a:rPr lang="es-ES" dirty="0"/>
            <a:t>CONCEPTUAL</a:t>
          </a:r>
          <a:endParaRPr lang="es-CO" dirty="0"/>
        </a:p>
      </dgm:t>
    </dgm:pt>
    <dgm:pt modelId="{6C79C8B1-4C38-403E-8648-704FB59904BC}" type="parTrans" cxnId="{FB3FF135-D918-4F0A-9952-B67E95F93B95}">
      <dgm:prSet/>
      <dgm:spPr/>
      <dgm:t>
        <a:bodyPr/>
        <a:lstStyle/>
        <a:p>
          <a:endParaRPr lang="es-CO"/>
        </a:p>
      </dgm:t>
    </dgm:pt>
    <dgm:pt modelId="{BB2CBBC6-389F-4574-B5FC-1575CF1FC060}" type="sibTrans" cxnId="{FB3FF135-D918-4F0A-9952-B67E95F93B95}">
      <dgm:prSet/>
      <dgm:spPr/>
      <dgm:t>
        <a:bodyPr/>
        <a:lstStyle/>
        <a:p>
          <a:endParaRPr lang="es-CO"/>
        </a:p>
      </dgm:t>
    </dgm:pt>
    <dgm:pt modelId="{72085429-82B6-4188-89C8-97D63D3585FA}">
      <dgm:prSet phldrT="[Texto]"/>
      <dgm:spPr/>
      <dgm:t>
        <a:bodyPr/>
        <a:lstStyle/>
        <a:p>
          <a:r>
            <a:rPr lang="es-ES" dirty="0"/>
            <a:t>Comunicación como construcción de significados compartidos; prensa escolar como dispositivo formativo.</a:t>
          </a:r>
          <a:endParaRPr lang="es-CO" dirty="0"/>
        </a:p>
      </dgm:t>
    </dgm:pt>
    <dgm:pt modelId="{B86B5D71-7C78-4A46-A280-CABBC912F113}" type="parTrans" cxnId="{BBF8D6FE-E13D-410B-B973-03340BC634EA}">
      <dgm:prSet/>
      <dgm:spPr/>
      <dgm:t>
        <a:bodyPr/>
        <a:lstStyle/>
        <a:p>
          <a:endParaRPr lang="es-CO"/>
        </a:p>
      </dgm:t>
    </dgm:pt>
    <dgm:pt modelId="{B60AF385-E50D-4AC5-BD29-9576971B224D}" type="sibTrans" cxnId="{BBF8D6FE-E13D-410B-B973-03340BC634EA}">
      <dgm:prSet/>
      <dgm:spPr/>
      <dgm:t>
        <a:bodyPr/>
        <a:lstStyle/>
        <a:p>
          <a:endParaRPr lang="es-CO"/>
        </a:p>
      </dgm:t>
    </dgm:pt>
    <dgm:pt modelId="{0C5B8B97-18E7-4837-91A2-D86BC1946CB7}">
      <dgm:prSet phldrT="[Texto]"/>
      <dgm:spPr/>
      <dgm:t>
        <a:bodyPr/>
        <a:lstStyle/>
        <a:p>
          <a:r>
            <a:rPr lang="es-ES" dirty="0"/>
            <a:t>REFERENTES </a:t>
          </a:r>
          <a:endParaRPr lang="es-CO" dirty="0"/>
        </a:p>
      </dgm:t>
    </dgm:pt>
    <dgm:pt modelId="{EF196BFF-4E40-41A5-858C-FA3695DAA3DC}" type="parTrans" cxnId="{3F6FD1A0-65D3-4DFA-8687-2C3F7E53206A}">
      <dgm:prSet/>
      <dgm:spPr/>
      <dgm:t>
        <a:bodyPr/>
        <a:lstStyle/>
        <a:p>
          <a:endParaRPr lang="es-CO"/>
        </a:p>
      </dgm:t>
    </dgm:pt>
    <dgm:pt modelId="{5EFDF037-2159-4517-9C85-49ACBD3E248C}" type="sibTrans" cxnId="{3F6FD1A0-65D3-4DFA-8687-2C3F7E53206A}">
      <dgm:prSet/>
      <dgm:spPr/>
      <dgm:t>
        <a:bodyPr/>
        <a:lstStyle/>
        <a:p>
          <a:endParaRPr lang="es-CO"/>
        </a:p>
      </dgm:t>
    </dgm:pt>
    <dgm:pt modelId="{3C6B86E7-4477-4948-A2B3-4047B0884C9F}">
      <dgm:prSet phldrT="[Texto]"/>
      <dgm:spPr/>
      <dgm:t>
        <a:bodyPr/>
        <a:lstStyle/>
        <a:p>
          <a:r>
            <a:rPr lang="es-ES" dirty="0"/>
            <a:t>Vygotsky (zona de desarrollo proximal) y Freinet (prensa escolar), </a:t>
          </a:r>
          <a:endParaRPr lang="es-CO" dirty="0"/>
        </a:p>
      </dgm:t>
    </dgm:pt>
    <dgm:pt modelId="{136341BC-74B5-451A-9482-29EAFC9861CD}" type="parTrans" cxnId="{BBDFB832-9C79-4962-8F09-A0DD8B00D07F}">
      <dgm:prSet/>
      <dgm:spPr/>
      <dgm:t>
        <a:bodyPr/>
        <a:lstStyle/>
        <a:p>
          <a:endParaRPr lang="es-CO"/>
        </a:p>
      </dgm:t>
    </dgm:pt>
    <dgm:pt modelId="{5F16571F-102C-4274-82D6-418A48BD1180}" type="sibTrans" cxnId="{BBDFB832-9C79-4962-8F09-A0DD8B00D07F}">
      <dgm:prSet/>
      <dgm:spPr/>
      <dgm:t>
        <a:bodyPr/>
        <a:lstStyle/>
        <a:p>
          <a:endParaRPr lang="es-CO"/>
        </a:p>
      </dgm:t>
    </dgm:pt>
    <dgm:pt modelId="{81F080CD-FD89-401A-8976-64715AEDFC2B}">
      <dgm:prSet phldrT="[Texto]"/>
      <dgm:spPr/>
      <dgm:t>
        <a:bodyPr/>
        <a:lstStyle/>
        <a:p>
          <a:r>
            <a:rPr lang="es-ES" dirty="0"/>
            <a:t>METODOLÓGICA</a:t>
          </a:r>
          <a:endParaRPr lang="es-CO" dirty="0"/>
        </a:p>
      </dgm:t>
    </dgm:pt>
    <dgm:pt modelId="{74578DB5-EFCA-422A-A345-33B297DBD6E9}" type="parTrans" cxnId="{5CE4B8FB-B48B-4C4F-A371-EFF25D61FC54}">
      <dgm:prSet/>
      <dgm:spPr/>
      <dgm:t>
        <a:bodyPr/>
        <a:lstStyle/>
        <a:p>
          <a:endParaRPr lang="es-CO"/>
        </a:p>
      </dgm:t>
    </dgm:pt>
    <dgm:pt modelId="{6493E1EC-D0B7-4FA9-9B11-48FC4A0D5061}" type="sibTrans" cxnId="{5CE4B8FB-B48B-4C4F-A371-EFF25D61FC54}">
      <dgm:prSet/>
      <dgm:spPr/>
      <dgm:t>
        <a:bodyPr/>
        <a:lstStyle/>
        <a:p>
          <a:endParaRPr lang="es-CO"/>
        </a:p>
      </dgm:t>
    </dgm:pt>
    <dgm:pt modelId="{67B06377-9BF9-4C85-9B31-215D5B3CDEF0}">
      <dgm:prSet/>
      <dgm:spPr/>
      <dgm:t>
        <a:bodyPr/>
        <a:lstStyle/>
        <a:p>
          <a:r>
            <a:rPr lang="es-ES"/>
            <a:t>aprendizaje basado en proyectos; talleres de redacción, edición y diseño; trabajo colaborativo.</a:t>
          </a:r>
          <a:endParaRPr lang="es-CO"/>
        </a:p>
      </dgm:t>
    </dgm:pt>
    <dgm:pt modelId="{9A477BC9-D0B5-4D19-97B0-B4675B8A2F58}" type="parTrans" cxnId="{1AC2A628-3387-4171-8CAA-EC1E3617687B}">
      <dgm:prSet/>
      <dgm:spPr/>
      <dgm:t>
        <a:bodyPr/>
        <a:lstStyle/>
        <a:p>
          <a:endParaRPr lang="es-CO"/>
        </a:p>
      </dgm:t>
    </dgm:pt>
    <dgm:pt modelId="{4F1C517C-4AC8-4E01-9116-F7F9D867C184}" type="sibTrans" cxnId="{1AC2A628-3387-4171-8CAA-EC1E3617687B}">
      <dgm:prSet/>
      <dgm:spPr/>
      <dgm:t>
        <a:bodyPr/>
        <a:lstStyle/>
        <a:p>
          <a:endParaRPr lang="es-CO"/>
        </a:p>
      </dgm:t>
    </dgm:pt>
    <dgm:pt modelId="{71078721-EC8A-4870-974D-C77092B0F3BF}" type="pres">
      <dgm:prSet presAssocID="{40B58D6A-1285-4BBC-8E16-CCB75EEB10A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282B508-535E-4E6C-B173-21A0D7D0B194}" type="pres">
      <dgm:prSet presAssocID="{983AC218-E77D-4D5D-AA8D-8D7C424C1C2B}" presName="composite" presStyleCnt="0"/>
      <dgm:spPr/>
    </dgm:pt>
    <dgm:pt modelId="{B506FE30-A9EF-489B-9636-A28BCE4D5DE7}" type="pres">
      <dgm:prSet presAssocID="{983AC218-E77D-4D5D-AA8D-8D7C424C1C2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C18EB81-0F2C-4C74-85E1-5A3B30E6B14A}" type="pres">
      <dgm:prSet presAssocID="{983AC218-E77D-4D5D-AA8D-8D7C424C1C2B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15DE777-84B3-4F6A-8A53-46984E5DC252}" type="pres">
      <dgm:prSet presAssocID="{D58FBFB7-7741-45AE-9081-A24521ABFA46}" presName="space" presStyleCnt="0"/>
      <dgm:spPr/>
    </dgm:pt>
    <dgm:pt modelId="{A9FC4F90-30F9-47A2-B5C5-E9D39E274340}" type="pres">
      <dgm:prSet presAssocID="{D3C6FA0C-D443-4F51-80EB-9BAB83119F0F}" presName="composite" presStyleCnt="0"/>
      <dgm:spPr/>
    </dgm:pt>
    <dgm:pt modelId="{0E969F30-D02B-4B55-A1A4-0CA2EA257856}" type="pres">
      <dgm:prSet presAssocID="{D3C6FA0C-D443-4F51-80EB-9BAB83119F0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19CC7BB-90C9-4B20-82D7-7E97884745A1}" type="pres">
      <dgm:prSet presAssocID="{D3C6FA0C-D443-4F51-80EB-9BAB83119F0F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CAD7A20-44EE-47C4-83AF-470AB574CBEF}" type="pres">
      <dgm:prSet presAssocID="{BB2CBBC6-389F-4574-B5FC-1575CF1FC060}" presName="space" presStyleCnt="0"/>
      <dgm:spPr/>
    </dgm:pt>
    <dgm:pt modelId="{58EC2F77-DC3F-4B3E-9DA1-1B21E5CF7801}" type="pres">
      <dgm:prSet presAssocID="{0C5B8B97-18E7-4837-91A2-D86BC1946CB7}" presName="composite" presStyleCnt="0"/>
      <dgm:spPr/>
    </dgm:pt>
    <dgm:pt modelId="{42A5E77C-F75C-4652-B3CE-4B9969B62F68}" type="pres">
      <dgm:prSet presAssocID="{0C5B8B97-18E7-4837-91A2-D86BC1946CB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F505DC9-3744-4406-9641-AF8BED1C7609}" type="pres">
      <dgm:prSet presAssocID="{0C5B8B97-18E7-4837-91A2-D86BC1946CB7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4901D6B-DAA4-4087-8987-4BF8FAAD4335}" type="pres">
      <dgm:prSet presAssocID="{5EFDF037-2159-4517-9C85-49ACBD3E248C}" presName="space" presStyleCnt="0"/>
      <dgm:spPr/>
    </dgm:pt>
    <dgm:pt modelId="{BCF914C4-2423-4DE4-9A5F-98A137AB48E0}" type="pres">
      <dgm:prSet presAssocID="{81F080CD-FD89-401A-8976-64715AEDFC2B}" presName="composite" presStyleCnt="0"/>
      <dgm:spPr/>
    </dgm:pt>
    <dgm:pt modelId="{1DD6A98F-FF59-476D-B443-B042CBF5EC80}" type="pres">
      <dgm:prSet presAssocID="{81F080CD-FD89-401A-8976-64715AEDFC2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571535E-A63F-4CEF-BB2F-F7FEF8599320}" type="pres">
      <dgm:prSet presAssocID="{81F080CD-FD89-401A-8976-64715AEDFC2B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379C4E4-4AF4-4284-B89A-06B5DC0B9370}" type="presOf" srcId="{D3C6FA0C-D443-4F51-80EB-9BAB83119F0F}" destId="{0E969F30-D02B-4B55-A1A4-0CA2EA257856}" srcOrd="0" destOrd="0" presId="urn:microsoft.com/office/officeart/2005/8/layout/hList1"/>
    <dgm:cxn modelId="{B0D3D2A8-DB14-446F-A172-27C14CEEC4FA}" type="presOf" srcId="{0C5B8B97-18E7-4837-91A2-D86BC1946CB7}" destId="{42A5E77C-F75C-4652-B3CE-4B9969B62F68}" srcOrd="0" destOrd="0" presId="urn:microsoft.com/office/officeart/2005/8/layout/hList1"/>
    <dgm:cxn modelId="{AA941C5F-FAE3-4A67-B8CF-8E04CE5AC98F}" srcId="{983AC218-E77D-4D5D-AA8D-8D7C424C1C2B}" destId="{922DE915-CD93-4DC2-A463-63464BB9AA5B}" srcOrd="0" destOrd="0" parTransId="{4A35A14C-75EA-449B-8D17-8F926EF5826D}" sibTransId="{AC924C03-3FFB-4761-AAC3-E13EDB8D1CCF}"/>
    <dgm:cxn modelId="{86A7441C-F04E-4A58-B6B7-2601CB6F676A}" type="presOf" srcId="{983AC218-E77D-4D5D-AA8D-8D7C424C1C2B}" destId="{B506FE30-A9EF-489B-9636-A28BCE4D5DE7}" srcOrd="0" destOrd="0" presId="urn:microsoft.com/office/officeart/2005/8/layout/hList1"/>
    <dgm:cxn modelId="{FA49CE3C-16D8-4EA3-947D-E1779D93F4B2}" type="presOf" srcId="{922DE915-CD93-4DC2-A463-63464BB9AA5B}" destId="{8C18EB81-0F2C-4C74-85E1-5A3B30E6B14A}" srcOrd="0" destOrd="0" presId="urn:microsoft.com/office/officeart/2005/8/layout/hList1"/>
    <dgm:cxn modelId="{5B7C2EF3-0AA9-4341-9B82-D12F661C7E2E}" srcId="{40B58D6A-1285-4BBC-8E16-CCB75EEB10AB}" destId="{983AC218-E77D-4D5D-AA8D-8D7C424C1C2B}" srcOrd="0" destOrd="0" parTransId="{5E39D47B-C9C3-463D-9DB3-C16057324A75}" sibTransId="{D58FBFB7-7741-45AE-9081-A24521ABFA46}"/>
    <dgm:cxn modelId="{DFE229EC-E3D0-42E8-AE1B-4135EC01C76E}" type="presOf" srcId="{40B58D6A-1285-4BBC-8E16-CCB75EEB10AB}" destId="{71078721-EC8A-4870-974D-C77092B0F3BF}" srcOrd="0" destOrd="0" presId="urn:microsoft.com/office/officeart/2005/8/layout/hList1"/>
    <dgm:cxn modelId="{FB3FF135-D918-4F0A-9952-B67E95F93B95}" srcId="{40B58D6A-1285-4BBC-8E16-CCB75EEB10AB}" destId="{D3C6FA0C-D443-4F51-80EB-9BAB83119F0F}" srcOrd="1" destOrd="0" parTransId="{6C79C8B1-4C38-403E-8648-704FB59904BC}" sibTransId="{BB2CBBC6-389F-4574-B5FC-1575CF1FC060}"/>
    <dgm:cxn modelId="{BBF8D6FE-E13D-410B-B973-03340BC634EA}" srcId="{D3C6FA0C-D443-4F51-80EB-9BAB83119F0F}" destId="{72085429-82B6-4188-89C8-97D63D3585FA}" srcOrd="0" destOrd="0" parTransId="{B86B5D71-7C78-4A46-A280-CABBC912F113}" sibTransId="{B60AF385-E50D-4AC5-BD29-9576971B224D}"/>
    <dgm:cxn modelId="{69A7F2C6-F623-47C5-90CE-6C99FD29C781}" type="presOf" srcId="{67B06377-9BF9-4C85-9B31-215D5B3CDEF0}" destId="{9571535E-A63F-4CEF-BB2F-F7FEF8599320}" srcOrd="0" destOrd="0" presId="urn:microsoft.com/office/officeart/2005/8/layout/hList1"/>
    <dgm:cxn modelId="{479BD90B-0EEB-4217-8C9B-FCB4A4A66C63}" type="presOf" srcId="{3C6B86E7-4477-4948-A2B3-4047B0884C9F}" destId="{0F505DC9-3744-4406-9641-AF8BED1C7609}" srcOrd="0" destOrd="0" presId="urn:microsoft.com/office/officeart/2005/8/layout/hList1"/>
    <dgm:cxn modelId="{5CE4B8FB-B48B-4C4F-A371-EFF25D61FC54}" srcId="{40B58D6A-1285-4BBC-8E16-CCB75EEB10AB}" destId="{81F080CD-FD89-401A-8976-64715AEDFC2B}" srcOrd="3" destOrd="0" parTransId="{74578DB5-EFCA-422A-A345-33B297DBD6E9}" sibTransId="{6493E1EC-D0B7-4FA9-9B11-48FC4A0D5061}"/>
    <dgm:cxn modelId="{6B2A5611-501D-4314-9355-DA67E1CF016D}" type="presOf" srcId="{81F080CD-FD89-401A-8976-64715AEDFC2B}" destId="{1DD6A98F-FF59-476D-B443-B042CBF5EC80}" srcOrd="0" destOrd="0" presId="urn:microsoft.com/office/officeart/2005/8/layout/hList1"/>
    <dgm:cxn modelId="{1AC2A628-3387-4171-8CAA-EC1E3617687B}" srcId="{81F080CD-FD89-401A-8976-64715AEDFC2B}" destId="{67B06377-9BF9-4C85-9B31-215D5B3CDEF0}" srcOrd="0" destOrd="0" parTransId="{9A477BC9-D0B5-4D19-97B0-B4675B8A2F58}" sibTransId="{4F1C517C-4AC8-4E01-9116-F7F9D867C184}"/>
    <dgm:cxn modelId="{BBDFB832-9C79-4962-8F09-A0DD8B00D07F}" srcId="{0C5B8B97-18E7-4837-91A2-D86BC1946CB7}" destId="{3C6B86E7-4477-4948-A2B3-4047B0884C9F}" srcOrd="0" destOrd="0" parTransId="{136341BC-74B5-451A-9482-29EAFC9861CD}" sibTransId="{5F16571F-102C-4274-82D6-418A48BD1180}"/>
    <dgm:cxn modelId="{3F6FD1A0-65D3-4DFA-8687-2C3F7E53206A}" srcId="{40B58D6A-1285-4BBC-8E16-CCB75EEB10AB}" destId="{0C5B8B97-18E7-4837-91A2-D86BC1946CB7}" srcOrd="2" destOrd="0" parTransId="{EF196BFF-4E40-41A5-858C-FA3695DAA3DC}" sibTransId="{5EFDF037-2159-4517-9C85-49ACBD3E248C}"/>
    <dgm:cxn modelId="{6366A00E-E82A-4242-A29C-6E9FFAD744CA}" type="presOf" srcId="{72085429-82B6-4188-89C8-97D63D3585FA}" destId="{B19CC7BB-90C9-4B20-82D7-7E97884745A1}" srcOrd="0" destOrd="0" presId="urn:microsoft.com/office/officeart/2005/8/layout/hList1"/>
    <dgm:cxn modelId="{1F0837DB-BA63-45D3-806C-16B50DC6CFEF}" type="presParOf" srcId="{71078721-EC8A-4870-974D-C77092B0F3BF}" destId="{C282B508-535E-4E6C-B173-21A0D7D0B194}" srcOrd="0" destOrd="0" presId="urn:microsoft.com/office/officeart/2005/8/layout/hList1"/>
    <dgm:cxn modelId="{845B6CB5-9AF7-4950-A7AD-BD9441B76E01}" type="presParOf" srcId="{C282B508-535E-4E6C-B173-21A0D7D0B194}" destId="{B506FE30-A9EF-489B-9636-A28BCE4D5DE7}" srcOrd="0" destOrd="0" presId="urn:microsoft.com/office/officeart/2005/8/layout/hList1"/>
    <dgm:cxn modelId="{D9FD58A1-47BB-48C4-9188-6095E636499F}" type="presParOf" srcId="{C282B508-535E-4E6C-B173-21A0D7D0B194}" destId="{8C18EB81-0F2C-4C74-85E1-5A3B30E6B14A}" srcOrd="1" destOrd="0" presId="urn:microsoft.com/office/officeart/2005/8/layout/hList1"/>
    <dgm:cxn modelId="{71C699E6-F3E8-413E-AE33-B12FA521C0E7}" type="presParOf" srcId="{71078721-EC8A-4870-974D-C77092B0F3BF}" destId="{C15DE777-84B3-4F6A-8A53-46984E5DC252}" srcOrd="1" destOrd="0" presId="urn:microsoft.com/office/officeart/2005/8/layout/hList1"/>
    <dgm:cxn modelId="{9ED00773-3FAA-4691-AA79-4F727E04969E}" type="presParOf" srcId="{71078721-EC8A-4870-974D-C77092B0F3BF}" destId="{A9FC4F90-30F9-47A2-B5C5-E9D39E274340}" srcOrd="2" destOrd="0" presId="urn:microsoft.com/office/officeart/2005/8/layout/hList1"/>
    <dgm:cxn modelId="{F28C813C-DA26-4954-87D8-7DBBBC7A0765}" type="presParOf" srcId="{A9FC4F90-30F9-47A2-B5C5-E9D39E274340}" destId="{0E969F30-D02B-4B55-A1A4-0CA2EA257856}" srcOrd="0" destOrd="0" presId="urn:microsoft.com/office/officeart/2005/8/layout/hList1"/>
    <dgm:cxn modelId="{0A5CA594-A14E-4FC7-875C-7BD91E4C84F2}" type="presParOf" srcId="{A9FC4F90-30F9-47A2-B5C5-E9D39E274340}" destId="{B19CC7BB-90C9-4B20-82D7-7E97884745A1}" srcOrd="1" destOrd="0" presId="urn:microsoft.com/office/officeart/2005/8/layout/hList1"/>
    <dgm:cxn modelId="{0E337B3C-2A85-4A9E-A287-87CD1AA5CBDB}" type="presParOf" srcId="{71078721-EC8A-4870-974D-C77092B0F3BF}" destId="{8CAD7A20-44EE-47C4-83AF-470AB574CBEF}" srcOrd="3" destOrd="0" presId="urn:microsoft.com/office/officeart/2005/8/layout/hList1"/>
    <dgm:cxn modelId="{3EF6DCAD-BD8B-4FBF-B203-59CDA89C7433}" type="presParOf" srcId="{71078721-EC8A-4870-974D-C77092B0F3BF}" destId="{58EC2F77-DC3F-4B3E-9DA1-1B21E5CF7801}" srcOrd="4" destOrd="0" presId="urn:microsoft.com/office/officeart/2005/8/layout/hList1"/>
    <dgm:cxn modelId="{4AC52E20-4FC7-4E39-85BD-1E54262FA433}" type="presParOf" srcId="{58EC2F77-DC3F-4B3E-9DA1-1B21E5CF7801}" destId="{42A5E77C-F75C-4652-B3CE-4B9969B62F68}" srcOrd="0" destOrd="0" presId="urn:microsoft.com/office/officeart/2005/8/layout/hList1"/>
    <dgm:cxn modelId="{A55BFD98-9572-4638-9975-345B61F11FB4}" type="presParOf" srcId="{58EC2F77-DC3F-4B3E-9DA1-1B21E5CF7801}" destId="{0F505DC9-3744-4406-9641-AF8BED1C7609}" srcOrd="1" destOrd="0" presId="urn:microsoft.com/office/officeart/2005/8/layout/hList1"/>
    <dgm:cxn modelId="{0FF86A86-C8EA-46E6-A263-8C16A2B56AF6}" type="presParOf" srcId="{71078721-EC8A-4870-974D-C77092B0F3BF}" destId="{14901D6B-DAA4-4087-8987-4BF8FAAD4335}" srcOrd="5" destOrd="0" presId="urn:microsoft.com/office/officeart/2005/8/layout/hList1"/>
    <dgm:cxn modelId="{8B6C7D84-2E1C-4B4D-B46B-C8A224100521}" type="presParOf" srcId="{71078721-EC8A-4870-974D-C77092B0F3BF}" destId="{BCF914C4-2423-4DE4-9A5F-98A137AB48E0}" srcOrd="6" destOrd="0" presId="urn:microsoft.com/office/officeart/2005/8/layout/hList1"/>
    <dgm:cxn modelId="{1142DD08-2AD1-435C-BB60-44F616F58EA0}" type="presParOf" srcId="{BCF914C4-2423-4DE4-9A5F-98A137AB48E0}" destId="{1DD6A98F-FF59-476D-B443-B042CBF5EC80}" srcOrd="0" destOrd="0" presId="urn:microsoft.com/office/officeart/2005/8/layout/hList1"/>
    <dgm:cxn modelId="{2C801B75-37FE-4984-9819-50F8758F0435}" type="presParOf" srcId="{BCF914C4-2423-4DE4-9A5F-98A137AB48E0}" destId="{9571535E-A63F-4CEF-BB2F-F7FEF859932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E2B8CB-D814-4F78-B661-4424143BC454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1B1D9567-E473-4D6B-99CE-8AF536523055}">
      <dgm:prSet phldrT="[Texto]"/>
      <dgm:spPr/>
      <dgm:t>
        <a:bodyPr/>
        <a:lstStyle/>
        <a:p>
          <a:r>
            <a:rPr lang="es-ES" dirty="0"/>
            <a:t>Responde a necesidades de lectoescritura, pensamiento crítico y ciudadanía en estudiantes.</a:t>
          </a:r>
          <a:endParaRPr lang="es-CO" dirty="0"/>
        </a:p>
      </dgm:t>
    </dgm:pt>
    <dgm:pt modelId="{A5A860AF-07DF-4E81-BD96-4C14B102E81D}" type="parTrans" cxnId="{41499434-96C2-4778-BE00-02A6726A5225}">
      <dgm:prSet/>
      <dgm:spPr/>
      <dgm:t>
        <a:bodyPr/>
        <a:lstStyle/>
        <a:p>
          <a:endParaRPr lang="es-CO"/>
        </a:p>
      </dgm:t>
    </dgm:pt>
    <dgm:pt modelId="{620BE12F-0EAA-447C-AEEC-6D04358CB79A}" type="sibTrans" cxnId="{41499434-96C2-4778-BE00-02A6726A5225}">
      <dgm:prSet/>
      <dgm:spPr/>
      <dgm:t>
        <a:bodyPr/>
        <a:lstStyle/>
        <a:p>
          <a:endParaRPr lang="es-CO"/>
        </a:p>
      </dgm:t>
    </dgm:pt>
    <dgm:pt modelId="{D058F789-10B8-4090-8B6B-7B4B721BB964}">
      <dgm:prSet phldrT="[Texto]"/>
      <dgm:spPr/>
      <dgm:t>
        <a:bodyPr/>
        <a:lstStyle/>
        <a:p>
          <a:r>
            <a:rPr lang="es-ES" dirty="0"/>
            <a:t>Fortalece identidad y sentido de pertenencia a la IEM Nacional y al contexto local</a:t>
          </a:r>
          <a:endParaRPr lang="es-CO" dirty="0"/>
        </a:p>
      </dgm:t>
    </dgm:pt>
    <dgm:pt modelId="{95168307-FA18-4C12-B096-F23AAD129FC3}" type="parTrans" cxnId="{8165B436-094A-44F6-902D-94B279A98DC5}">
      <dgm:prSet/>
      <dgm:spPr/>
      <dgm:t>
        <a:bodyPr/>
        <a:lstStyle/>
        <a:p>
          <a:endParaRPr lang="es-CO"/>
        </a:p>
      </dgm:t>
    </dgm:pt>
    <dgm:pt modelId="{97A8DF66-7B7A-45D5-ADA0-12DCF43AC182}" type="sibTrans" cxnId="{8165B436-094A-44F6-902D-94B279A98DC5}">
      <dgm:prSet/>
      <dgm:spPr/>
      <dgm:t>
        <a:bodyPr/>
        <a:lstStyle/>
        <a:p>
          <a:endParaRPr lang="es-CO"/>
        </a:p>
      </dgm:t>
    </dgm:pt>
    <dgm:pt modelId="{B917B88F-3A1A-4F92-9EEC-E2FCED822BA8}">
      <dgm:prSet phldrT="[Texto]"/>
      <dgm:spPr/>
      <dgm:t>
        <a:bodyPr/>
        <a:lstStyle/>
        <a:p>
          <a:r>
            <a:rPr lang="es-ES" dirty="0"/>
            <a:t>Integra problemáticas locales y experiencias de comunidad en géneros periodísticos </a:t>
          </a:r>
          <a:endParaRPr lang="es-CO" dirty="0"/>
        </a:p>
      </dgm:t>
    </dgm:pt>
    <dgm:pt modelId="{33C37B8C-36B6-41ED-8C31-5766C64637E9}" type="parTrans" cxnId="{E13AF5CC-198E-4606-B7EF-1A4C5DB70BED}">
      <dgm:prSet/>
      <dgm:spPr/>
      <dgm:t>
        <a:bodyPr/>
        <a:lstStyle/>
        <a:p>
          <a:endParaRPr lang="es-CO"/>
        </a:p>
      </dgm:t>
    </dgm:pt>
    <dgm:pt modelId="{6256C759-5ABE-4B5C-A120-E641D1566BE1}" type="sibTrans" cxnId="{E13AF5CC-198E-4606-B7EF-1A4C5DB70BED}">
      <dgm:prSet/>
      <dgm:spPr/>
      <dgm:t>
        <a:bodyPr/>
        <a:lstStyle/>
        <a:p>
          <a:endParaRPr lang="es-CO"/>
        </a:p>
      </dgm:t>
    </dgm:pt>
    <dgm:pt modelId="{7B893EA1-1F46-4D56-90B7-2387C39C4E7B}">
      <dgm:prSet phldrT="[Texto]"/>
      <dgm:spPr/>
      <dgm:t>
        <a:bodyPr/>
        <a:lstStyle/>
        <a:p>
          <a:r>
            <a:rPr lang="es-ES" dirty="0"/>
            <a:t>Vincula actores y proyectos institucionales para visibilizar logros e iniciativas.</a:t>
          </a:r>
          <a:endParaRPr lang="es-CO" dirty="0"/>
        </a:p>
      </dgm:t>
    </dgm:pt>
    <dgm:pt modelId="{3EFBD391-0FFC-4362-B27A-3BCE230E18F4}" type="parTrans" cxnId="{4F2215E9-E879-46D9-AEEB-44482D3D999A}">
      <dgm:prSet/>
      <dgm:spPr/>
      <dgm:t>
        <a:bodyPr/>
        <a:lstStyle/>
        <a:p>
          <a:endParaRPr lang="es-CO"/>
        </a:p>
      </dgm:t>
    </dgm:pt>
    <dgm:pt modelId="{05622E98-394C-44A1-ACF7-0DB6806CF781}" type="sibTrans" cxnId="{4F2215E9-E879-46D9-AEEB-44482D3D999A}">
      <dgm:prSet/>
      <dgm:spPr/>
      <dgm:t>
        <a:bodyPr/>
        <a:lstStyle/>
        <a:p>
          <a:endParaRPr lang="es-CO"/>
        </a:p>
      </dgm:t>
    </dgm:pt>
    <dgm:pt modelId="{73F196FB-78E2-4F2F-BC16-E81EEF78E5C6}" type="pres">
      <dgm:prSet presAssocID="{7DE2B8CB-D814-4F78-B661-4424143BC454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85899885-034A-49A5-971A-D8CE67961B64}" type="pres">
      <dgm:prSet presAssocID="{7DE2B8CB-D814-4F78-B661-4424143BC454}" presName="diamond" presStyleLbl="bgShp" presStyleIdx="0" presStyleCnt="1"/>
      <dgm:spPr/>
    </dgm:pt>
    <dgm:pt modelId="{501912BE-ECE8-450D-8EF4-DF1D08FA446C}" type="pres">
      <dgm:prSet presAssocID="{7DE2B8CB-D814-4F78-B661-4424143BC454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CBCBDC8-80A3-4156-B394-7F7A36041450}" type="pres">
      <dgm:prSet presAssocID="{7DE2B8CB-D814-4F78-B661-4424143BC454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57966D7-AA2F-4355-A7BB-0E5FAA77F981}" type="pres">
      <dgm:prSet presAssocID="{7DE2B8CB-D814-4F78-B661-4424143BC454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F1E1E91-BDCF-4F09-828D-CB5F9D0ED9D2}" type="pres">
      <dgm:prSet presAssocID="{7DE2B8CB-D814-4F78-B661-4424143BC454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41499434-96C2-4778-BE00-02A6726A5225}" srcId="{7DE2B8CB-D814-4F78-B661-4424143BC454}" destId="{1B1D9567-E473-4D6B-99CE-8AF536523055}" srcOrd="0" destOrd="0" parTransId="{A5A860AF-07DF-4E81-BD96-4C14B102E81D}" sibTransId="{620BE12F-0EAA-447C-AEEC-6D04358CB79A}"/>
    <dgm:cxn modelId="{9E81849A-F267-4AB4-9BBB-58CCFE25DE6D}" type="presOf" srcId="{B917B88F-3A1A-4F92-9EEC-E2FCED822BA8}" destId="{457966D7-AA2F-4355-A7BB-0E5FAA77F981}" srcOrd="0" destOrd="0" presId="urn:microsoft.com/office/officeart/2005/8/layout/matrix3"/>
    <dgm:cxn modelId="{74B2CA16-4D95-4A5D-B69F-E3E15926F653}" type="presOf" srcId="{1B1D9567-E473-4D6B-99CE-8AF536523055}" destId="{501912BE-ECE8-450D-8EF4-DF1D08FA446C}" srcOrd="0" destOrd="0" presId="urn:microsoft.com/office/officeart/2005/8/layout/matrix3"/>
    <dgm:cxn modelId="{C467F18B-4D4D-490F-B61A-7F4F71D96B6E}" type="presOf" srcId="{D058F789-10B8-4090-8B6B-7B4B721BB964}" destId="{9CBCBDC8-80A3-4156-B394-7F7A36041450}" srcOrd="0" destOrd="0" presId="urn:microsoft.com/office/officeart/2005/8/layout/matrix3"/>
    <dgm:cxn modelId="{8165B436-094A-44F6-902D-94B279A98DC5}" srcId="{7DE2B8CB-D814-4F78-B661-4424143BC454}" destId="{D058F789-10B8-4090-8B6B-7B4B721BB964}" srcOrd="1" destOrd="0" parTransId="{95168307-FA18-4C12-B096-F23AAD129FC3}" sibTransId="{97A8DF66-7B7A-45D5-ADA0-12DCF43AC182}"/>
    <dgm:cxn modelId="{77F6F4FE-DE05-4711-AC99-C422B3889228}" type="presOf" srcId="{7B893EA1-1F46-4D56-90B7-2387C39C4E7B}" destId="{EF1E1E91-BDCF-4F09-828D-CB5F9D0ED9D2}" srcOrd="0" destOrd="0" presId="urn:microsoft.com/office/officeart/2005/8/layout/matrix3"/>
    <dgm:cxn modelId="{96044506-EE2A-44D4-BE42-AFCF921E5149}" type="presOf" srcId="{7DE2B8CB-D814-4F78-B661-4424143BC454}" destId="{73F196FB-78E2-4F2F-BC16-E81EEF78E5C6}" srcOrd="0" destOrd="0" presId="urn:microsoft.com/office/officeart/2005/8/layout/matrix3"/>
    <dgm:cxn modelId="{E13AF5CC-198E-4606-B7EF-1A4C5DB70BED}" srcId="{7DE2B8CB-D814-4F78-B661-4424143BC454}" destId="{B917B88F-3A1A-4F92-9EEC-E2FCED822BA8}" srcOrd="2" destOrd="0" parTransId="{33C37B8C-36B6-41ED-8C31-5766C64637E9}" sibTransId="{6256C759-5ABE-4B5C-A120-E641D1566BE1}"/>
    <dgm:cxn modelId="{4F2215E9-E879-46D9-AEEB-44482D3D999A}" srcId="{7DE2B8CB-D814-4F78-B661-4424143BC454}" destId="{7B893EA1-1F46-4D56-90B7-2387C39C4E7B}" srcOrd="3" destOrd="0" parTransId="{3EFBD391-0FFC-4362-B27A-3BCE230E18F4}" sibTransId="{05622E98-394C-44A1-ACF7-0DB6806CF781}"/>
    <dgm:cxn modelId="{156686DF-D94F-4763-B86F-8A3642C63F78}" type="presParOf" srcId="{73F196FB-78E2-4F2F-BC16-E81EEF78E5C6}" destId="{85899885-034A-49A5-971A-D8CE67961B64}" srcOrd="0" destOrd="0" presId="urn:microsoft.com/office/officeart/2005/8/layout/matrix3"/>
    <dgm:cxn modelId="{5C89DFAC-8D58-45F4-A1E7-8F959C7B61AF}" type="presParOf" srcId="{73F196FB-78E2-4F2F-BC16-E81EEF78E5C6}" destId="{501912BE-ECE8-450D-8EF4-DF1D08FA446C}" srcOrd="1" destOrd="0" presId="urn:microsoft.com/office/officeart/2005/8/layout/matrix3"/>
    <dgm:cxn modelId="{B0A5A2EA-CFFF-4138-BFAB-0DC60BE67BDC}" type="presParOf" srcId="{73F196FB-78E2-4F2F-BC16-E81EEF78E5C6}" destId="{9CBCBDC8-80A3-4156-B394-7F7A36041450}" srcOrd="2" destOrd="0" presId="urn:microsoft.com/office/officeart/2005/8/layout/matrix3"/>
    <dgm:cxn modelId="{B8690FBE-2934-495B-979B-7DB79D772B02}" type="presParOf" srcId="{73F196FB-78E2-4F2F-BC16-E81EEF78E5C6}" destId="{457966D7-AA2F-4355-A7BB-0E5FAA77F981}" srcOrd="3" destOrd="0" presId="urn:microsoft.com/office/officeart/2005/8/layout/matrix3"/>
    <dgm:cxn modelId="{E413040B-7DE6-470D-B06F-B50B7F45B98E}" type="presParOf" srcId="{73F196FB-78E2-4F2F-BC16-E81EEF78E5C6}" destId="{EF1E1E91-BDCF-4F09-828D-CB5F9D0ED9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87A106-F5C7-4C9A-A5FE-89EAA06C29A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3711E07A-102B-44BC-BF6B-9431D8D17DB6}">
      <dgm:prSet/>
      <dgm:spPr/>
      <dgm:t>
        <a:bodyPr/>
        <a:lstStyle/>
        <a:p>
          <a:r>
            <a:rPr lang="es-ES"/>
            <a:t>Secuencia clara: consejo de redacción → investigación → redacción → edición → diseño del machote → impresión → distribución → lectura en clases.</a:t>
          </a:r>
          <a:endParaRPr lang="es-CO"/>
        </a:p>
      </dgm:t>
    </dgm:pt>
    <dgm:pt modelId="{652D939D-9EA9-45C4-AE5E-6C9BA0E168FF}" type="parTrans" cxnId="{D4077EAC-181E-4A91-8E7E-C0F206A7A32D}">
      <dgm:prSet/>
      <dgm:spPr/>
      <dgm:t>
        <a:bodyPr/>
        <a:lstStyle/>
        <a:p>
          <a:endParaRPr lang="es-CO"/>
        </a:p>
      </dgm:t>
    </dgm:pt>
    <dgm:pt modelId="{9213DCC6-26F9-49A4-AC39-0328A3E703FF}" type="sibTrans" cxnId="{D4077EAC-181E-4A91-8E7E-C0F206A7A32D}">
      <dgm:prSet/>
      <dgm:spPr/>
      <dgm:t>
        <a:bodyPr/>
        <a:lstStyle/>
        <a:p>
          <a:endParaRPr lang="es-CO"/>
        </a:p>
      </dgm:t>
    </dgm:pt>
    <dgm:pt modelId="{BF329A30-1902-4A34-B5A9-EF41CCF19D77}">
      <dgm:prSet/>
      <dgm:spPr/>
      <dgm:t>
        <a:bodyPr/>
        <a:lstStyle/>
        <a:p>
          <a:r>
            <a:rPr lang="es-ES"/>
            <a:t>Coherencia entre contexto, objetivos, metodología y resultados esperados.</a:t>
          </a:r>
          <a:endParaRPr lang="es-CO"/>
        </a:p>
      </dgm:t>
    </dgm:pt>
    <dgm:pt modelId="{7675D9A3-56FB-4AD0-B752-D869ED3F9C56}" type="parTrans" cxnId="{666B2397-95C3-46EC-A4CC-0D0F144C1D59}">
      <dgm:prSet/>
      <dgm:spPr/>
      <dgm:t>
        <a:bodyPr/>
        <a:lstStyle/>
        <a:p>
          <a:endParaRPr lang="es-CO"/>
        </a:p>
      </dgm:t>
    </dgm:pt>
    <dgm:pt modelId="{EE8C54DE-D3B6-4C40-BA23-43EFFD729D75}" type="sibTrans" cxnId="{666B2397-95C3-46EC-A4CC-0D0F144C1D59}">
      <dgm:prSet/>
      <dgm:spPr/>
      <dgm:t>
        <a:bodyPr/>
        <a:lstStyle/>
        <a:p>
          <a:endParaRPr lang="es-CO"/>
        </a:p>
      </dgm:t>
    </dgm:pt>
    <dgm:pt modelId="{800B6204-F906-4E96-9B1C-2910146036D4}">
      <dgm:prSet/>
      <dgm:spPr/>
      <dgm:t>
        <a:bodyPr/>
        <a:lstStyle/>
        <a:p>
          <a:r>
            <a:rPr lang="es-ES"/>
            <a:t>Roles definidos (editor, redactores, fotógrafos, diagramador, comité editorial) y responsabilidades.</a:t>
          </a:r>
          <a:endParaRPr lang="es-CO"/>
        </a:p>
      </dgm:t>
    </dgm:pt>
    <dgm:pt modelId="{FDB10A02-6B63-4770-945F-B58A6D7E8F32}" type="parTrans" cxnId="{1A8817B0-DD7E-4FA0-8C3E-5A4DE8F13F3B}">
      <dgm:prSet/>
      <dgm:spPr/>
      <dgm:t>
        <a:bodyPr/>
        <a:lstStyle/>
        <a:p>
          <a:endParaRPr lang="es-CO"/>
        </a:p>
      </dgm:t>
    </dgm:pt>
    <dgm:pt modelId="{B91A97F8-A923-4944-BE04-2D7F92A34F50}" type="sibTrans" cxnId="{1A8817B0-DD7E-4FA0-8C3E-5A4DE8F13F3B}">
      <dgm:prSet/>
      <dgm:spPr/>
      <dgm:t>
        <a:bodyPr/>
        <a:lstStyle/>
        <a:p>
          <a:endParaRPr lang="es-CO"/>
        </a:p>
      </dgm:t>
    </dgm:pt>
    <dgm:pt modelId="{E920CAED-D0C0-45DE-ADB6-861363D1BD34}">
      <dgm:prSet/>
      <dgm:spPr/>
      <dgm:t>
        <a:bodyPr/>
        <a:lstStyle/>
        <a:p>
          <a:r>
            <a:rPr lang="es-ES"/>
            <a:t>Articulación con procesos evaluativos de aula (rúbricas, auto/coevaluación, entregables).</a:t>
          </a:r>
          <a:endParaRPr lang="es-CO"/>
        </a:p>
      </dgm:t>
    </dgm:pt>
    <dgm:pt modelId="{A34B96F5-CB7A-49C7-986C-AC0081D44BDC}" type="parTrans" cxnId="{8E785D15-6CAD-43BF-8F30-CAA30B417055}">
      <dgm:prSet/>
      <dgm:spPr/>
      <dgm:t>
        <a:bodyPr/>
        <a:lstStyle/>
        <a:p>
          <a:endParaRPr lang="es-CO"/>
        </a:p>
      </dgm:t>
    </dgm:pt>
    <dgm:pt modelId="{55008C25-3E1A-43CC-B2B7-CB5603A35C32}" type="sibTrans" cxnId="{8E785D15-6CAD-43BF-8F30-CAA30B417055}">
      <dgm:prSet/>
      <dgm:spPr/>
      <dgm:t>
        <a:bodyPr/>
        <a:lstStyle/>
        <a:p>
          <a:endParaRPr lang="es-CO"/>
        </a:p>
      </dgm:t>
    </dgm:pt>
    <dgm:pt modelId="{B8D13CF2-8AE3-494C-B67B-AB0552CCB1B8}" type="pres">
      <dgm:prSet presAssocID="{D487A106-F5C7-4C9A-A5FE-89EAA06C29A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BD7DCDB-690E-4057-9789-426394041A5D}" type="pres">
      <dgm:prSet presAssocID="{3711E07A-102B-44BC-BF6B-9431D8D17DB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C9071B0-D9FE-4A5C-A267-473C2CEF8870}" type="pres">
      <dgm:prSet presAssocID="{9213DCC6-26F9-49A4-AC39-0328A3E703FF}" presName="spacer" presStyleCnt="0"/>
      <dgm:spPr/>
    </dgm:pt>
    <dgm:pt modelId="{957ADD58-26F7-437D-A55A-DC622AD6959C}" type="pres">
      <dgm:prSet presAssocID="{BF329A30-1902-4A34-B5A9-EF41CCF19D77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88A2278-3467-44B9-A855-610F092AA090}" type="pres">
      <dgm:prSet presAssocID="{EE8C54DE-D3B6-4C40-BA23-43EFFD729D75}" presName="spacer" presStyleCnt="0"/>
      <dgm:spPr/>
    </dgm:pt>
    <dgm:pt modelId="{86422B3C-3B17-45B7-8147-9CC99584FCFE}" type="pres">
      <dgm:prSet presAssocID="{800B6204-F906-4E96-9B1C-2910146036D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D3124E9-EF5F-4A2E-AF6F-9FFA1FCBA55D}" type="pres">
      <dgm:prSet presAssocID="{B91A97F8-A923-4944-BE04-2D7F92A34F50}" presName="spacer" presStyleCnt="0"/>
      <dgm:spPr/>
    </dgm:pt>
    <dgm:pt modelId="{C005D160-C099-4F00-886E-D928DF9B215C}" type="pres">
      <dgm:prSet presAssocID="{E920CAED-D0C0-45DE-ADB6-861363D1BD3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E785D15-6CAD-43BF-8F30-CAA30B417055}" srcId="{D487A106-F5C7-4C9A-A5FE-89EAA06C29AE}" destId="{E920CAED-D0C0-45DE-ADB6-861363D1BD34}" srcOrd="3" destOrd="0" parTransId="{A34B96F5-CB7A-49C7-986C-AC0081D44BDC}" sibTransId="{55008C25-3E1A-43CC-B2B7-CB5603A35C32}"/>
    <dgm:cxn modelId="{E1B69B8E-BC75-410D-A392-F5CA46928B90}" type="presOf" srcId="{E920CAED-D0C0-45DE-ADB6-861363D1BD34}" destId="{C005D160-C099-4F00-886E-D928DF9B215C}" srcOrd="0" destOrd="0" presId="urn:microsoft.com/office/officeart/2005/8/layout/vList2"/>
    <dgm:cxn modelId="{A470D048-FD59-4F45-A4CE-92F3FB06504C}" type="presOf" srcId="{D487A106-F5C7-4C9A-A5FE-89EAA06C29AE}" destId="{B8D13CF2-8AE3-494C-B67B-AB0552CCB1B8}" srcOrd="0" destOrd="0" presId="urn:microsoft.com/office/officeart/2005/8/layout/vList2"/>
    <dgm:cxn modelId="{1A8817B0-DD7E-4FA0-8C3E-5A4DE8F13F3B}" srcId="{D487A106-F5C7-4C9A-A5FE-89EAA06C29AE}" destId="{800B6204-F906-4E96-9B1C-2910146036D4}" srcOrd="2" destOrd="0" parTransId="{FDB10A02-6B63-4770-945F-B58A6D7E8F32}" sibTransId="{B91A97F8-A923-4944-BE04-2D7F92A34F50}"/>
    <dgm:cxn modelId="{D4077EAC-181E-4A91-8E7E-C0F206A7A32D}" srcId="{D487A106-F5C7-4C9A-A5FE-89EAA06C29AE}" destId="{3711E07A-102B-44BC-BF6B-9431D8D17DB6}" srcOrd="0" destOrd="0" parTransId="{652D939D-9EA9-45C4-AE5E-6C9BA0E168FF}" sibTransId="{9213DCC6-26F9-49A4-AC39-0328A3E703FF}"/>
    <dgm:cxn modelId="{BFB916EC-4804-4B52-BDD0-2148613D836B}" type="presOf" srcId="{800B6204-F906-4E96-9B1C-2910146036D4}" destId="{86422B3C-3B17-45B7-8147-9CC99584FCFE}" srcOrd="0" destOrd="0" presId="urn:microsoft.com/office/officeart/2005/8/layout/vList2"/>
    <dgm:cxn modelId="{EAA4B4C8-C9DC-45F0-B8DA-C1780C698DB7}" type="presOf" srcId="{BF329A30-1902-4A34-B5A9-EF41CCF19D77}" destId="{957ADD58-26F7-437D-A55A-DC622AD6959C}" srcOrd="0" destOrd="0" presId="urn:microsoft.com/office/officeart/2005/8/layout/vList2"/>
    <dgm:cxn modelId="{0FD2E15B-5948-4015-B5D0-C6B44ADDE91B}" type="presOf" srcId="{3711E07A-102B-44BC-BF6B-9431D8D17DB6}" destId="{CBD7DCDB-690E-4057-9789-426394041A5D}" srcOrd="0" destOrd="0" presId="urn:microsoft.com/office/officeart/2005/8/layout/vList2"/>
    <dgm:cxn modelId="{666B2397-95C3-46EC-A4CC-0D0F144C1D59}" srcId="{D487A106-F5C7-4C9A-A5FE-89EAA06C29AE}" destId="{BF329A30-1902-4A34-B5A9-EF41CCF19D77}" srcOrd="1" destOrd="0" parTransId="{7675D9A3-56FB-4AD0-B752-D869ED3F9C56}" sibTransId="{EE8C54DE-D3B6-4C40-BA23-43EFFD729D75}"/>
    <dgm:cxn modelId="{901B1228-D258-4657-BD1D-1A199E56CB6F}" type="presParOf" srcId="{B8D13CF2-8AE3-494C-B67B-AB0552CCB1B8}" destId="{CBD7DCDB-690E-4057-9789-426394041A5D}" srcOrd="0" destOrd="0" presId="urn:microsoft.com/office/officeart/2005/8/layout/vList2"/>
    <dgm:cxn modelId="{B3B79181-3DE1-48C9-BF2C-96EC82E69043}" type="presParOf" srcId="{B8D13CF2-8AE3-494C-B67B-AB0552CCB1B8}" destId="{4C9071B0-D9FE-4A5C-A267-473C2CEF8870}" srcOrd="1" destOrd="0" presId="urn:microsoft.com/office/officeart/2005/8/layout/vList2"/>
    <dgm:cxn modelId="{B1B29114-74CE-4E1A-B860-03653A8D178E}" type="presParOf" srcId="{B8D13CF2-8AE3-494C-B67B-AB0552CCB1B8}" destId="{957ADD58-26F7-437D-A55A-DC622AD6959C}" srcOrd="2" destOrd="0" presId="urn:microsoft.com/office/officeart/2005/8/layout/vList2"/>
    <dgm:cxn modelId="{C57DD625-655E-4272-81F6-316ACF833EF4}" type="presParOf" srcId="{B8D13CF2-8AE3-494C-B67B-AB0552CCB1B8}" destId="{388A2278-3467-44B9-A855-610F092AA090}" srcOrd="3" destOrd="0" presId="urn:microsoft.com/office/officeart/2005/8/layout/vList2"/>
    <dgm:cxn modelId="{635DF1D7-41F5-457A-8596-81B6BD4789CB}" type="presParOf" srcId="{B8D13CF2-8AE3-494C-B67B-AB0552CCB1B8}" destId="{86422B3C-3B17-45B7-8147-9CC99584FCFE}" srcOrd="4" destOrd="0" presId="urn:microsoft.com/office/officeart/2005/8/layout/vList2"/>
    <dgm:cxn modelId="{3603A96E-6CE0-4662-80C8-64D6F17D156F}" type="presParOf" srcId="{B8D13CF2-8AE3-494C-B67B-AB0552CCB1B8}" destId="{AD3124E9-EF5F-4A2E-AF6F-9FFA1FCBA55D}" srcOrd="5" destOrd="0" presId="urn:microsoft.com/office/officeart/2005/8/layout/vList2"/>
    <dgm:cxn modelId="{8AECB6F1-1267-46F2-909D-4F24DFB2A3C1}" type="presParOf" srcId="{B8D13CF2-8AE3-494C-B67B-AB0552CCB1B8}" destId="{C005D160-C099-4F00-886E-D928DF9B21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1FB4C5-C0EB-4891-A4AA-7FFD5D9F133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8AECE946-C50D-49EB-A3AC-3D67B68FC888}">
      <dgm:prSet/>
      <dgm:spPr/>
      <dgm:t>
        <a:bodyPr/>
        <a:lstStyle/>
        <a:p>
          <a:r>
            <a:rPr lang="es-ES"/>
            <a:t>Participación activa de estudiantes (preescolar–11º), docentes de todas las áreas, egresados y familias.</a:t>
          </a:r>
          <a:endParaRPr lang="es-CO"/>
        </a:p>
      </dgm:t>
    </dgm:pt>
    <dgm:pt modelId="{B5F2DA59-F6ED-4DD6-B5D8-AF5004F481E1}" type="parTrans" cxnId="{A91937B5-743B-4582-824F-D718C74C7670}">
      <dgm:prSet/>
      <dgm:spPr/>
      <dgm:t>
        <a:bodyPr/>
        <a:lstStyle/>
        <a:p>
          <a:endParaRPr lang="es-CO"/>
        </a:p>
      </dgm:t>
    </dgm:pt>
    <dgm:pt modelId="{AF3A1A00-2DE8-453F-A90F-0A26C95ED83A}" type="sibTrans" cxnId="{A91937B5-743B-4582-824F-D718C74C7670}">
      <dgm:prSet/>
      <dgm:spPr/>
      <dgm:t>
        <a:bodyPr/>
        <a:lstStyle/>
        <a:p>
          <a:endParaRPr lang="es-CO"/>
        </a:p>
      </dgm:t>
    </dgm:pt>
    <dgm:pt modelId="{B492FA5E-8FA6-4361-9710-A5E60C34F347}">
      <dgm:prSet/>
      <dgm:spPr/>
      <dgm:t>
        <a:bodyPr/>
        <a:lstStyle/>
        <a:p>
          <a:r>
            <a:rPr lang="es-ES"/>
            <a:t>Consejo de redacción y comité editorial con estudiantes de grados superiores y docentes del área.</a:t>
          </a:r>
          <a:endParaRPr lang="es-CO"/>
        </a:p>
      </dgm:t>
    </dgm:pt>
    <dgm:pt modelId="{87790263-D38D-4A5B-A360-0FC8C2A3D66A}" type="parTrans" cxnId="{677400FC-CAAF-44B1-B761-47973B4891A6}">
      <dgm:prSet/>
      <dgm:spPr/>
      <dgm:t>
        <a:bodyPr/>
        <a:lstStyle/>
        <a:p>
          <a:endParaRPr lang="es-CO"/>
        </a:p>
      </dgm:t>
    </dgm:pt>
    <dgm:pt modelId="{77B637B5-2D8E-4B8F-BB0A-78BB899BA2DF}" type="sibTrans" cxnId="{677400FC-CAAF-44B1-B761-47973B4891A6}">
      <dgm:prSet/>
      <dgm:spPr/>
      <dgm:t>
        <a:bodyPr/>
        <a:lstStyle/>
        <a:p>
          <a:endParaRPr lang="es-CO"/>
        </a:p>
      </dgm:t>
    </dgm:pt>
    <dgm:pt modelId="{D6BC1DE8-4B20-4895-A4B0-0AD8F1F9242B}">
      <dgm:prSet/>
      <dgm:spPr/>
      <dgm:t>
        <a:bodyPr/>
        <a:lstStyle/>
        <a:p>
          <a:r>
            <a:rPr lang="es-ES"/>
            <a:t>Difusión y lectura en la comunidad educativa; uso del medio para la voz estudiantil y docente.</a:t>
          </a:r>
          <a:endParaRPr lang="es-CO"/>
        </a:p>
      </dgm:t>
    </dgm:pt>
    <dgm:pt modelId="{F6FA91CA-D72E-46C1-B07E-18DC83200B8A}" type="parTrans" cxnId="{3C057F45-E4FA-4672-9AFD-7C506436A95A}">
      <dgm:prSet/>
      <dgm:spPr/>
      <dgm:t>
        <a:bodyPr/>
        <a:lstStyle/>
        <a:p>
          <a:endParaRPr lang="es-CO"/>
        </a:p>
      </dgm:t>
    </dgm:pt>
    <dgm:pt modelId="{60724B16-9AE6-4243-A1AF-D77BC6462528}" type="sibTrans" cxnId="{3C057F45-E4FA-4672-9AFD-7C506436A95A}">
      <dgm:prSet/>
      <dgm:spPr/>
      <dgm:t>
        <a:bodyPr/>
        <a:lstStyle/>
        <a:p>
          <a:endParaRPr lang="es-CO"/>
        </a:p>
      </dgm:t>
    </dgm:pt>
    <dgm:pt modelId="{23BBF894-B7C8-459A-A186-6D5DDD12EC9B}">
      <dgm:prSet/>
      <dgm:spPr/>
      <dgm:t>
        <a:bodyPr/>
        <a:lstStyle/>
        <a:p>
          <a:r>
            <a:rPr lang="es-ES"/>
            <a:t>Apoyo directivo para tiempos, logística y financiación.</a:t>
          </a:r>
          <a:endParaRPr lang="es-CO"/>
        </a:p>
      </dgm:t>
    </dgm:pt>
    <dgm:pt modelId="{40868C7E-060A-48DB-A31E-A9BEE5CD53C0}" type="parTrans" cxnId="{4BE3A69F-7416-4715-9FFF-44C37BAB9C31}">
      <dgm:prSet/>
      <dgm:spPr/>
      <dgm:t>
        <a:bodyPr/>
        <a:lstStyle/>
        <a:p>
          <a:endParaRPr lang="es-CO"/>
        </a:p>
      </dgm:t>
    </dgm:pt>
    <dgm:pt modelId="{0ED746B9-40D8-43A3-8019-E69388DDBEC9}" type="sibTrans" cxnId="{4BE3A69F-7416-4715-9FFF-44C37BAB9C31}">
      <dgm:prSet/>
      <dgm:spPr/>
      <dgm:t>
        <a:bodyPr/>
        <a:lstStyle/>
        <a:p>
          <a:endParaRPr lang="es-CO"/>
        </a:p>
      </dgm:t>
    </dgm:pt>
    <dgm:pt modelId="{CD024BBE-ECAF-499F-8DE4-F9A18330F83D}" type="pres">
      <dgm:prSet presAssocID="{451FB4C5-C0EB-4891-A4AA-7FFD5D9F133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880712A2-6FF8-420A-9FC3-60C0F2C63398}" type="pres">
      <dgm:prSet presAssocID="{8AECE946-C50D-49EB-A3AC-3D67B68FC888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46B33E0-8C88-4792-908B-68387D2431F4}" type="pres">
      <dgm:prSet presAssocID="{AF3A1A00-2DE8-453F-A90F-0A26C95ED83A}" presName="sibTrans" presStyleCnt="0"/>
      <dgm:spPr/>
    </dgm:pt>
    <dgm:pt modelId="{0933F269-6FA2-45B8-B689-51DD7E82A89A}" type="pres">
      <dgm:prSet presAssocID="{B492FA5E-8FA6-4361-9710-A5E60C34F34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4315414-27F0-4EAB-BCA5-8AD6BE86D52E}" type="pres">
      <dgm:prSet presAssocID="{77B637B5-2D8E-4B8F-BB0A-78BB899BA2DF}" presName="sibTrans" presStyleCnt="0"/>
      <dgm:spPr/>
    </dgm:pt>
    <dgm:pt modelId="{FF8484D7-7701-40C8-AC45-56B5419B1C97}" type="pres">
      <dgm:prSet presAssocID="{D6BC1DE8-4B20-4895-A4B0-0AD8F1F9242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448FB33-AC14-40E5-8158-51DE66D4B84A}" type="pres">
      <dgm:prSet presAssocID="{60724B16-9AE6-4243-A1AF-D77BC6462528}" presName="sibTrans" presStyleCnt="0"/>
      <dgm:spPr/>
    </dgm:pt>
    <dgm:pt modelId="{43C67CB5-2D60-4DE1-B65D-BF5ED1D81FB7}" type="pres">
      <dgm:prSet presAssocID="{23BBF894-B7C8-459A-A186-6D5DDD12EC9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C057F45-E4FA-4672-9AFD-7C506436A95A}" srcId="{451FB4C5-C0EB-4891-A4AA-7FFD5D9F1334}" destId="{D6BC1DE8-4B20-4895-A4B0-0AD8F1F9242B}" srcOrd="2" destOrd="0" parTransId="{F6FA91CA-D72E-46C1-B07E-18DC83200B8A}" sibTransId="{60724B16-9AE6-4243-A1AF-D77BC6462528}"/>
    <dgm:cxn modelId="{4BE3A69F-7416-4715-9FFF-44C37BAB9C31}" srcId="{451FB4C5-C0EB-4891-A4AA-7FFD5D9F1334}" destId="{23BBF894-B7C8-459A-A186-6D5DDD12EC9B}" srcOrd="3" destOrd="0" parTransId="{40868C7E-060A-48DB-A31E-A9BEE5CD53C0}" sibTransId="{0ED746B9-40D8-43A3-8019-E69388DDBEC9}"/>
    <dgm:cxn modelId="{038A2DCC-79A7-40FE-BE40-8C31A40A3485}" type="presOf" srcId="{451FB4C5-C0EB-4891-A4AA-7FFD5D9F1334}" destId="{CD024BBE-ECAF-499F-8DE4-F9A18330F83D}" srcOrd="0" destOrd="0" presId="urn:microsoft.com/office/officeart/2005/8/layout/default"/>
    <dgm:cxn modelId="{677400FC-CAAF-44B1-B761-47973B4891A6}" srcId="{451FB4C5-C0EB-4891-A4AA-7FFD5D9F1334}" destId="{B492FA5E-8FA6-4361-9710-A5E60C34F347}" srcOrd="1" destOrd="0" parTransId="{87790263-D38D-4A5B-A360-0FC8C2A3D66A}" sibTransId="{77B637B5-2D8E-4B8F-BB0A-78BB899BA2DF}"/>
    <dgm:cxn modelId="{BCC7E6D4-7FAB-4EC8-9957-B99E2A36C959}" type="presOf" srcId="{B492FA5E-8FA6-4361-9710-A5E60C34F347}" destId="{0933F269-6FA2-45B8-B689-51DD7E82A89A}" srcOrd="0" destOrd="0" presId="urn:microsoft.com/office/officeart/2005/8/layout/default"/>
    <dgm:cxn modelId="{A91937B5-743B-4582-824F-D718C74C7670}" srcId="{451FB4C5-C0EB-4891-A4AA-7FFD5D9F1334}" destId="{8AECE946-C50D-49EB-A3AC-3D67B68FC888}" srcOrd="0" destOrd="0" parTransId="{B5F2DA59-F6ED-4DD6-B5D8-AF5004F481E1}" sibTransId="{AF3A1A00-2DE8-453F-A90F-0A26C95ED83A}"/>
    <dgm:cxn modelId="{A7888DE2-30DF-4313-95E9-5B17D5C486B6}" type="presOf" srcId="{D6BC1DE8-4B20-4895-A4B0-0AD8F1F9242B}" destId="{FF8484D7-7701-40C8-AC45-56B5419B1C97}" srcOrd="0" destOrd="0" presId="urn:microsoft.com/office/officeart/2005/8/layout/default"/>
    <dgm:cxn modelId="{3002A7AB-A2FF-4EEA-A529-7EBB936CC8D3}" type="presOf" srcId="{23BBF894-B7C8-459A-A186-6D5DDD12EC9B}" destId="{43C67CB5-2D60-4DE1-B65D-BF5ED1D81FB7}" srcOrd="0" destOrd="0" presId="urn:microsoft.com/office/officeart/2005/8/layout/default"/>
    <dgm:cxn modelId="{E901DDA0-B6AA-46DD-9DA4-0517BD73FC90}" type="presOf" srcId="{8AECE946-C50D-49EB-A3AC-3D67B68FC888}" destId="{880712A2-6FF8-420A-9FC3-60C0F2C63398}" srcOrd="0" destOrd="0" presId="urn:microsoft.com/office/officeart/2005/8/layout/default"/>
    <dgm:cxn modelId="{03B382E0-A473-49B4-8665-729365429653}" type="presParOf" srcId="{CD024BBE-ECAF-499F-8DE4-F9A18330F83D}" destId="{880712A2-6FF8-420A-9FC3-60C0F2C63398}" srcOrd="0" destOrd="0" presId="urn:microsoft.com/office/officeart/2005/8/layout/default"/>
    <dgm:cxn modelId="{4685E6BC-EA01-4E1D-92E2-D503E2586157}" type="presParOf" srcId="{CD024BBE-ECAF-499F-8DE4-F9A18330F83D}" destId="{A46B33E0-8C88-4792-908B-68387D2431F4}" srcOrd="1" destOrd="0" presId="urn:microsoft.com/office/officeart/2005/8/layout/default"/>
    <dgm:cxn modelId="{FA4E6531-D8D5-4461-8A28-CA8FC7518AD8}" type="presParOf" srcId="{CD024BBE-ECAF-499F-8DE4-F9A18330F83D}" destId="{0933F269-6FA2-45B8-B689-51DD7E82A89A}" srcOrd="2" destOrd="0" presId="urn:microsoft.com/office/officeart/2005/8/layout/default"/>
    <dgm:cxn modelId="{39878ED1-A00E-4022-855E-87E4DE61BC94}" type="presParOf" srcId="{CD024BBE-ECAF-499F-8DE4-F9A18330F83D}" destId="{A4315414-27F0-4EAB-BCA5-8AD6BE86D52E}" srcOrd="3" destOrd="0" presId="urn:microsoft.com/office/officeart/2005/8/layout/default"/>
    <dgm:cxn modelId="{16325A64-D4E2-4DA6-A090-7D7386814DAC}" type="presParOf" srcId="{CD024BBE-ECAF-499F-8DE4-F9A18330F83D}" destId="{FF8484D7-7701-40C8-AC45-56B5419B1C97}" srcOrd="4" destOrd="0" presId="urn:microsoft.com/office/officeart/2005/8/layout/default"/>
    <dgm:cxn modelId="{84EB6CCB-0C26-4F75-9907-5BE9247E8A85}" type="presParOf" srcId="{CD024BBE-ECAF-499F-8DE4-F9A18330F83D}" destId="{C448FB33-AC14-40E5-8158-51DE66D4B84A}" srcOrd="5" destOrd="0" presId="urn:microsoft.com/office/officeart/2005/8/layout/default"/>
    <dgm:cxn modelId="{F8295902-4001-40AE-8D27-DA5E83846CF7}" type="presParOf" srcId="{CD024BBE-ECAF-499F-8DE4-F9A18330F83D}" destId="{43C67CB5-2D60-4DE1-B65D-BF5ED1D81FB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24C2C1E-441A-40B8-A246-C9E73D71440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25C206ED-C021-4599-800D-BEA35F074BCF}">
      <dgm:prSet/>
      <dgm:spPr/>
      <dgm:t>
        <a:bodyPr/>
        <a:lstStyle/>
        <a:p>
          <a:r>
            <a:rPr lang="es-ES"/>
            <a:t>Planificación con objetivos medibles; registro en actas; seguimiento continuo.</a:t>
          </a:r>
          <a:endParaRPr lang="es-CO"/>
        </a:p>
      </dgm:t>
    </dgm:pt>
    <dgm:pt modelId="{C1285D6C-D213-4541-9E6C-AF160C8F48BB}" type="parTrans" cxnId="{D89E5C01-3AB5-4A80-88D9-86EA182E63B2}">
      <dgm:prSet/>
      <dgm:spPr/>
      <dgm:t>
        <a:bodyPr/>
        <a:lstStyle/>
        <a:p>
          <a:endParaRPr lang="es-CO"/>
        </a:p>
      </dgm:t>
    </dgm:pt>
    <dgm:pt modelId="{CAA7DA53-11CC-4290-8218-19F56CB32778}" type="sibTrans" cxnId="{D89E5C01-3AB5-4A80-88D9-86EA182E63B2}">
      <dgm:prSet/>
      <dgm:spPr/>
      <dgm:t>
        <a:bodyPr/>
        <a:lstStyle/>
        <a:p>
          <a:endParaRPr lang="es-CO"/>
        </a:p>
      </dgm:t>
    </dgm:pt>
    <dgm:pt modelId="{7C0D04D0-7C90-4FC9-8AEF-71541C510E6B}">
      <dgm:prSet/>
      <dgm:spPr/>
      <dgm:t>
        <a:bodyPr/>
        <a:lstStyle/>
        <a:p>
          <a:r>
            <a:rPr lang="es-ES"/>
            <a:t>Evaluación formativa y sumativa; rúbricas; autoevaluación y coevaluación; grupos focales.</a:t>
          </a:r>
          <a:endParaRPr lang="es-CO"/>
        </a:p>
      </dgm:t>
    </dgm:pt>
    <dgm:pt modelId="{80407E7A-CD2E-4302-9CA1-A48659276F34}" type="parTrans" cxnId="{906E4763-0DBF-42D7-B082-CB2E2407FB1F}">
      <dgm:prSet/>
      <dgm:spPr/>
      <dgm:t>
        <a:bodyPr/>
        <a:lstStyle/>
        <a:p>
          <a:endParaRPr lang="es-CO"/>
        </a:p>
      </dgm:t>
    </dgm:pt>
    <dgm:pt modelId="{93A03DAA-09F2-4F63-AFED-E1CA300BB410}" type="sibTrans" cxnId="{906E4763-0DBF-42D7-B082-CB2E2407FB1F}">
      <dgm:prSet/>
      <dgm:spPr/>
      <dgm:t>
        <a:bodyPr/>
        <a:lstStyle/>
        <a:p>
          <a:endParaRPr lang="es-CO"/>
        </a:p>
      </dgm:t>
    </dgm:pt>
    <dgm:pt modelId="{677F4DEF-900E-48D4-BAC5-364DFEBC3054}">
      <dgm:prSet/>
      <dgm:spPr/>
      <dgm:t>
        <a:bodyPr/>
        <a:lstStyle/>
        <a:p>
          <a:r>
            <a:rPr lang="es-ES"/>
            <a:t>Análisis de productos (calidad de artículos) y del trabajo en equipo (colaboración y comunicación).</a:t>
          </a:r>
          <a:endParaRPr lang="es-CO"/>
        </a:p>
      </dgm:t>
    </dgm:pt>
    <dgm:pt modelId="{79F14199-7030-4B4B-A3FA-D4D67D576358}" type="parTrans" cxnId="{A1028B6E-CF26-4287-B253-86888D23D6CF}">
      <dgm:prSet/>
      <dgm:spPr/>
      <dgm:t>
        <a:bodyPr/>
        <a:lstStyle/>
        <a:p>
          <a:endParaRPr lang="es-CO"/>
        </a:p>
      </dgm:t>
    </dgm:pt>
    <dgm:pt modelId="{F4CDB059-0FD5-4F48-8705-62AA4B248A46}" type="sibTrans" cxnId="{A1028B6E-CF26-4287-B253-86888D23D6CF}">
      <dgm:prSet/>
      <dgm:spPr/>
      <dgm:t>
        <a:bodyPr/>
        <a:lstStyle/>
        <a:p>
          <a:endParaRPr lang="es-CO"/>
        </a:p>
      </dgm:t>
    </dgm:pt>
    <dgm:pt modelId="{3B5B17D4-1DA1-455C-9B0E-763736E44E43}">
      <dgm:prSet/>
      <dgm:spPr/>
      <dgm:t>
        <a:bodyPr/>
        <a:lstStyle/>
        <a:p>
          <a:r>
            <a:rPr lang="es-ES"/>
            <a:t>Registro de evidencias: fotos, videos, audios, artículos y publicaciones en el periódico.</a:t>
          </a:r>
          <a:endParaRPr lang="es-CO"/>
        </a:p>
      </dgm:t>
    </dgm:pt>
    <dgm:pt modelId="{C6224044-90D3-4608-93AA-8C1B76E56AD6}" type="parTrans" cxnId="{45EE67D7-D0B6-4639-B20B-9B5AFFF1C1E2}">
      <dgm:prSet/>
      <dgm:spPr/>
      <dgm:t>
        <a:bodyPr/>
        <a:lstStyle/>
        <a:p>
          <a:endParaRPr lang="es-CO"/>
        </a:p>
      </dgm:t>
    </dgm:pt>
    <dgm:pt modelId="{F7F7B1C5-A83D-44E8-B7F0-035E500B8C84}" type="sibTrans" cxnId="{45EE67D7-D0B6-4639-B20B-9B5AFFF1C1E2}">
      <dgm:prSet/>
      <dgm:spPr/>
      <dgm:t>
        <a:bodyPr/>
        <a:lstStyle/>
        <a:p>
          <a:endParaRPr lang="es-CO"/>
        </a:p>
      </dgm:t>
    </dgm:pt>
    <dgm:pt modelId="{F41F8FDC-F61B-4776-A01B-8A21189F6479}" type="pres">
      <dgm:prSet presAssocID="{524C2C1E-441A-40B8-A246-C9E73D71440E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EC3B670F-A5DB-4BB4-A11F-8BDE6794EEED}" type="pres">
      <dgm:prSet presAssocID="{524C2C1E-441A-40B8-A246-C9E73D71440E}" presName="arrow" presStyleLbl="bgShp" presStyleIdx="0" presStyleCnt="1"/>
      <dgm:spPr/>
    </dgm:pt>
    <dgm:pt modelId="{1BAD6C41-E0DB-4C56-B957-BDE672C12165}" type="pres">
      <dgm:prSet presAssocID="{524C2C1E-441A-40B8-A246-C9E73D71440E}" presName="linearProcess" presStyleCnt="0"/>
      <dgm:spPr/>
    </dgm:pt>
    <dgm:pt modelId="{C74611CC-F118-4355-8897-7FD3F3D10BBF}" type="pres">
      <dgm:prSet presAssocID="{25C206ED-C021-4599-800D-BEA35F074BCF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7C8AB2B-D83A-4D3D-96E9-AF3E1535B768}" type="pres">
      <dgm:prSet presAssocID="{CAA7DA53-11CC-4290-8218-19F56CB32778}" presName="sibTrans" presStyleCnt="0"/>
      <dgm:spPr/>
    </dgm:pt>
    <dgm:pt modelId="{4ED69213-89F3-4E52-A87D-E587B9B9A1A8}" type="pres">
      <dgm:prSet presAssocID="{7C0D04D0-7C90-4FC9-8AEF-71541C510E6B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95943B4-1BC1-49A1-A26A-4605EB4EAC74}" type="pres">
      <dgm:prSet presAssocID="{93A03DAA-09F2-4F63-AFED-E1CA300BB410}" presName="sibTrans" presStyleCnt="0"/>
      <dgm:spPr/>
    </dgm:pt>
    <dgm:pt modelId="{0DFEBA39-3D29-41C4-9DB6-B29CACD172D9}" type="pres">
      <dgm:prSet presAssocID="{677F4DEF-900E-48D4-BAC5-364DFEBC3054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5A3A5D8-6D3E-423E-9E45-034C85B326A3}" type="pres">
      <dgm:prSet presAssocID="{F4CDB059-0FD5-4F48-8705-62AA4B248A46}" presName="sibTrans" presStyleCnt="0"/>
      <dgm:spPr/>
    </dgm:pt>
    <dgm:pt modelId="{60A2363B-9266-4D35-AE27-FB8417DDDD69}" type="pres">
      <dgm:prSet presAssocID="{3B5B17D4-1DA1-455C-9B0E-763736E44E43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5827CAA3-2350-4DD5-9547-656AA0116D6E}" type="presOf" srcId="{7C0D04D0-7C90-4FC9-8AEF-71541C510E6B}" destId="{4ED69213-89F3-4E52-A87D-E587B9B9A1A8}" srcOrd="0" destOrd="0" presId="urn:microsoft.com/office/officeart/2005/8/layout/hProcess9"/>
    <dgm:cxn modelId="{906E4763-0DBF-42D7-B082-CB2E2407FB1F}" srcId="{524C2C1E-441A-40B8-A246-C9E73D71440E}" destId="{7C0D04D0-7C90-4FC9-8AEF-71541C510E6B}" srcOrd="1" destOrd="0" parTransId="{80407E7A-CD2E-4302-9CA1-A48659276F34}" sibTransId="{93A03DAA-09F2-4F63-AFED-E1CA300BB410}"/>
    <dgm:cxn modelId="{3325FCFC-BD31-4761-8272-2611E2438B2E}" type="presOf" srcId="{25C206ED-C021-4599-800D-BEA35F074BCF}" destId="{C74611CC-F118-4355-8897-7FD3F3D10BBF}" srcOrd="0" destOrd="0" presId="urn:microsoft.com/office/officeart/2005/8/layout/hProcess9"/>
    <dgm:cxn modelId="{D89E5C01-3AB5-4A80-88D9-86EA182E63B2}" srcId="{524C2C1E-441A-40B8-A246-C9E73D71440E}" destId="{25C206ED-C021-4599-800D-BEA35F074BCF}" srcOrd="0" destOrd="0" parTransId="{C1285D6C-D213-4541-9E6C-AF160C8F48BB}" sibTransId="{CAA7DA53-11CC-4290-8218-19F56CB32778}"/>
    <dgm:cxn modelId="{45EE67D7-D0B6-4639-B20B-9B5AFFF1C1E2}" srcId="{524C2C1E-441A-40B8-A246-C9E73D71440E}" destId="{3B5B17D4-1DA1-455C-9B0E-763736E44E43}" srcOrd="3" destOrd="0" parTransId="{C6224044-90D3-4608-93AA-8C1B76E56AD6}" sibTransId="{F7F7B1C5-A83D-44E8-B7F0-035E500B8C84}"/>
    <dgm:cxn modelId="{CBE2B537-B184-44D2-8900-FF45FD93520C}" type="presOf" srcId="{524C2C1E-441A-40B8-A246-C9E73D71440E}" destId="{F41F8FDC-F61B-4776-A01B-8A21189F6479}" srcOrd="0" destOrd="0" presId="urn:microsoft.com/office/officeart/2005/8/layout/hProcess9"/>
    <dgm:cxn modelId="{A1028B6E-CF26-4287-B253-86888D23D6CF}" srcId="{524C2C1E-441A-40B8-A246-C9E73D71440E}" destId="{677F4DEF-900E-48D4-BAC5-364DFEBC3054}" srcOrd="2" destOrd="0" parTransId="{79F14199-7030-4B4B-A3FA-D4D67D576358}" sibTransId="{F4CDB059-0FD5-4F48-8705-62AA4B248A46}"/>
    <dgm:cxn modelId="{68E393AB-8F3D-445A-868A-6CC67A8122B3}" type="presOf" srcId="{677F4DEF-900E-48D4-BAC5-364DFEBC3054}" destId="{0DFEBA39-3D29-41C4-9DB6-B29CACD172D9}" srcOrd="0" destOrd="0" presId="urn:microsoft.com/office/officeart/2005/8/layout/hProcess9"/>
    <dgm:cxn modelId="{7BC9D259-EB32-42EB-86EE-46D5B627E45E}" type="presOf" srcId="{3B5B17D4-1DA1-455C-9B0E-763736E44E43}" destId="{60A2363B-9266-4D35-AE27-FB8417DDDD69}" srcOrd="0" destOrd="0" presId="urn:microsoft.com/office/officeart/2005/8/layout/hProcess9"/>
    <dgm:cxn modelId="{6F4BF9F9-D073-4B3B-86F3-488C3F53B576}" type="presParOf" srcId="{F41F8FDC-F61B-4776-A01B-8A21189F6479}" destId="{EC3B670F-A5DB-4BB4-A11F-8BDE6794EEED}" srcOrd="0" destOrd="0" presId="urn:microsoft.com/office/officeart/2005/8/layout/hProcess9"/>
    <dgm:cxn modelId="{293877C0-9067-4A61-B385-C71CA0840D20}" type="presParOf" srcId="{F41F8FDC-F61B-4776-A01B-8A21189F6479}" destId="{1BAD6C41-E0DB-4C56-B957-BDE672C12165}" srcOrd="1" destOrd="0" presId="urn:microsoft.com/office/officeart/2005/8/layout/hProcess9"/>
    <dgm:cxn modelId="{230D92C5-453D-4C33-B858-BF906AE697B5}" type="presParOf" srcId="{1BAD6C41-E0DB-4C56-B957-BDE672C12165}" destId="{C74611CC-F118-4355-8897-7FD3F3D10BBF}" srcOrd="0" destOrd="0" presId="urn:microsoft.com/office/officeart/2005/8/layout/hProcess9"/>
    <dgm:cxn modelId="{998A7B25-5CA5-46BF-817B-3C4698862771}" type="presParOf" srcId="{1BAD6C41-E0DB-4C56-B957-BDE672C12165}" destId="{57C8AB2B-D83A-4D3D-96E9-AF3E1535B768}" srcOrd="1" destOrd="0" presId="urn:microsoft.com/office/officeart/2005/8/layout/hProcess9"/>
    <dgm:cxn modelId="{526451BA-EBD9-468C-B229-7D6C2446E9AC}" type="presParOf" srcId="{1BAD6C41-E0DB-4C56-B957-BDE672C12165}" destId="{4ED69213-89F3-4E52-A87D-E587B9B9A1A8}" srcOrd="2" destOrd="0" presId="urn:microsoft.com/office/officeart/2005/8/layout/hProcess9"/>
    <dgm:cxn modelId="{4286FA3E-A32A-4B23-B322-EB1A5296EB28}" type="presParOf" srcId="{1BAD6C41-E0DB-4C56-B957-BDE672C12165}" destId="{095943B4-1BC1-49A1-A26A-4605EB4EAC74}" srcOrd="3" destOrd="0" presId="urn:microsoft.com/office/officeart/2005/8/layout/hProcess9"/>
    <dgm:cxn modelId="{9B2F1EE9-37C9-458E-A171-DC472721EECB}" type="presParOf" srcId="{1BAD6C41-E0DB-4C56-B957-BDE672C12165}" destId="{0DFEBA39-3D29-41C4-9DB6-B29CACD172D9}" srcOrd="4" destOrd="0" presId="urn:microsoft.com/office/officeart/2005/8/layout/hProcess9"/>
    <dgm:cxn modelId="{82578454-E69B-4388-9E65-E7A201CB7D81}" type="presParOf" srcId="{1BAD6C41-E0DB-4C56-B957-BDE672C12165}" destId="{85A3A5D8-6D3E-423E-9E45-034C85B326A3}" srcOrd="5" destOrd="0" presId="urn:microsoft.com/office/officeart/2005/8/layout/hProcess9"/>
    <dgm:cxn modelId="{16EBFB1D-183D-4A4F-A867-8D9CE99AE225}" type="presParOf" srcId="{1BAD6C41-E0DB-4C56-B957-BDE672C12165}" destId="{60A2363B-9266-4D35-AE27-FB8417DDDD69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7E393A-CEA7-4802-A3D6-9C3020CBCF31}" type="doc">
      <dgm:prSet loTypeId="urn:microsoft.com/office/officeart/2009/layout/ReverseList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4DE7AECB-D15A-4FC4-A9A1-5F7A09ABDA1F}">
      <dgm:prSet/>
      <dgm:spPr/>
      <dgm:t>
        <a:bodyPr/>
        <a:lstStyle/>
        <a:p>
          <a:r>
            <a:rPr lang="es-ES" b="1" dirty="0"/>
            <a:t>Retos: Recursos, motivación, tiempo, habilidades técnicas.</a:t>
          </a:r>
          <a:endParaRPr lang="es-CO" dirty="0"/>
        </a:p>
      </dgm:t>
    </dgm:pt>
    <dgm:pt modelId="{C7F9AB8B-3CF1-4CA0-8C54-2A4677B7B0DD}" type="parTrans" cxnId="{AA9CC22B-D94B-4C78-963D-ED21128D144E}">
      <dgm:prSet/>
      <dgm:spPr/>
      <dgm:t>
        <a:bodyPr/>
        <a:lstStyle/>
        <a:p>
          <a:endParaRPr lang="es-CO"/>
        </a:p>
      </dgm:t>
    </dgm:pt>
    <dgm:pt modelId="{411FBAFA-9CA7-4DA5-A011-FA31B770A8A5}" type="sibTrans" cxnId="{AA9CC22B-D94B-4C78-963D-ED21128D144E}">
      <dgm:prSet/>
      <dgm:spPr/>
      <dgm:t>
        <a:bodyPr/>
        <a:lstStyle/>
        <a:p>
          <a:endParaRPr lang="es-CO"/>
        </a:p>
      </dgm:t>
    </dgm:pt>
    <dgm:pt modelId="{1F782BB5-1430-436C-8091-753000F047C4}">
      <dgm:prSet/>
      <dgm:spPr/>
      <dgm:t>
        <a:bodyPr/>
        <a:lstStyle/>
        <a:p>
          <a:r>
            <a:rPr lang="es-ES" b="1" dirty="0"/>
            <a:t>Soluciones: Formación, gestión creativa, alianzas, participación comunitaria.</a:t>
          </a:r>
          <a:endParaRPr lang="es-CO" dirty="0"/>
        </a:p>
      </dgm:t>
    </dgm:pt>
    <dgm:pt modelId="{71B2D8AB-5065-4C96-890A-557C200F91A7}" type="parTrans" cxnId="{2981CEB5-4505-478F-86DB-007CD52E4E2E}">
      <dgm:prSet/>
      <dgm:spPr/>
      <dgm:t>
        <a:bodyPr/>
        <a:lstStyle/>
        <a:p>
          <a:endParaRPr lang="es-CO"/>
        </a:p>
      </dgm:t>
    </dgm:pt>
    <dgm:pt modelId="{387D8628-DDA6-40A7-A557-C416C4EFAFC1}" type="sibTrans" cxnId="{2981CEB5-4505-478F-86DB-007CD52E4E2E}">
      <dgm:prSet/>
      <dgm:spPr/>
      <dgm:t>
        <a:bodyPr/>
        <a:lstStyle/>
        <a:p>
          <a:endParaRPr lang="es-CO"/>
        </a:p>
      </dgm:t>
    </dgm:pt>
    <dgm:pt modelId="{E7DE59D1-9C41-4510-9731-D0F414F760EB}" type="pres">
      <dgm:prSet presAssocID="{167E393A-CEA7-4802-A3D6-9C3020CBCF31}" presName="Name0" presStyleCnt="0">
        <dgm:presLayoutVars>
          <dgm:chMax val="2"/>
          <dgm:chPref val="2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F9F08C69-DBFD-4887-B032-91B0B6B86B3D}" type="pres">
      <dgm:prSet presAssocID="{167E393A-CEA7-4802-A3D6-9C3020CBCF31}" presName="Lef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60BC6EE-1F41-4C11-9574-BB96E8A94141}" type="pres">
      <dgm:prSet presAssocID="{167E393A-CEA7-4802-A3D6-9C3020CBCF31}" presName="LeftNode" presStyleLbl="bgImgPlace1" presStyleIdx="0" presStyleCnt="2" custLinFactNeighborX="-1337" custLinFactNeighborY="-545">
        <dgm:presLayoutVars>
          <dgm:chMax val="2"/>
          <dgm:chPref val="2"/>
        </dgm:presLayoutVars>
      </dgm:prSet>
      <dgm:spPr/>
      <dgm:t>
        <a:bodyPr/>
        <a:lstStyle/>
        <a:p>
          <a:endParaRPr lang="es-ES"/>
        </a:p>
      </dgm:t>
    </dgm:pt>
    <dgm:pt modelId="{53F23056-CDB7-4FBC-834D-AE8DB21C7DDB}" type="pres">
      <dgm:prSet presAssocID="{167E393A-CEA7-4802-A3D6-9C3020CBCF31}" presName="Righ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8029C4F-D53B-4DC5-8653-54672F967DCB}" type="pres">
      <dgm:prSet presAssocID="{167E393A-CEA7-4802-A3D6-9C3020CBCF31}" presName="RightNode" presStyleLbl="bgImgPlace1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  <dgm:pt modelId="{204DCC34-A26C-45FB-8B56-9129039F8696}" type="pres">
      <dgm:prSet presAssocID="{167E393A-CEA7-4802-A3D6-9C3020CBCF31}" presName="TopArrow" presStyleLbl="node1" presStyleIdx="0" presStyleCnt="2"/>
      <dgm:spPr/>
    </dgm:pt>
    <dgm:pt modelId="{9F3333F5-97CD-469F-9F0E-C0342F43047C}" type="pres">
      <dgm:prSet presAssocID="{167E393A-CEA7-4802-A3D6-9C3020CBCF31}" presName="BottomArrow" presStyleLbl="node1" presStyleIdx="1" presStyleCnt="2"/>
      <dgm:spPr/>
    </dgm:pt>
  </dgm:ptLst>
  <dgm:cxnLst>
    <dgm:cxn modelId="{2981CEB5-4505-478F-86DB-007CD52E4E2E}" srcId="{167E393A-CEA7-4802-A3D6-9C3020CBCF31}" destId="{1F782BB5-1430-436C-8091-753000F047C4}" srcOrd="1" destOrd="0" parTransId="{71B2D8AB-5065-4C96-890A-557C200F91A7}" sibTransId="{387D8628-DDA6-40A7-A557-C416C4EFAFC1}"/>
    <dgm:cxn modelId="{E3C265DA-5D07-47A9-9DD0-5FED262CEBAD}" type="presOf" srcId="{4DE7AECB-D15A-4FC4-A9A1-5F7A09ABDA1F}" destId="{F9F08C69-DBFD-4887-B032-91B0B6B86B3D}" srcOrd="0" destOrd="0" presId="urn:microsoft.com/office/officeart/2009/layout/ReverseList"/>
    <dgm:cxn modelId="{E16EE417-E240-47C6-B632-C6C37051D6B4}" type="presOf" srcId="{167E393A-CEA7-4802-A3D6-9C3020CBCF31}" destId="{E7DE59D1-9C41-4510-9731-D0F414F760EB}" srcOrd="0" destOrd="0" presId="urn:microsoft.com/office/officeart/2009/layout/ReverseList"/>
    <dgm:cxn modelId="{FDCA61E2-F5A4-43D3-ACCB-D41923E0AABF}" type="presOf" srcId="{1F782BB5-1430-436C-8091-753000F047C4}" destId="{53F23056-CDB7-4FBC-834D-AE8DB21C7DDB}" srcOrd="0" destOrd="0" presId="urn:microsoft.com/office/officeart/2009/layout/ReverseList"/>
    <dgm:cxn modelId="{5ADEFDE5-3C3F-4390-A37F-E16A9DF4000F}" type="presOf" srcId="{1F782BB5-1430-436C-8091-753000F047C4}" destId="{C8029C4F-D53B-4DC5-8653-54672F967DCB}" srcOrd="1" destOrd="0" presId="urn:microsoft.com/office/officeart/2009/layout/ReverseList"/>
    <dgm:cxn modelId="{1D5C9977-4D00-4381-9391-CC26518E5091}" type="presOf" srcId="{4DE7AECB-D15A-4FC4-A9A1-5F7A09ABDA1F}" destId="{B60BC6EE-1F41-4C11-9574-BB96E8A94141}" srcOrd="1" destOrd="0" presId="urn:microsoft.com/office/officeart/2009/layout/ReverseList"/>
    <dgm:cxn modelId="{AA9CC22B-D94B-4C78-963D-ED21128D144E}" srcId="{167E393A-CEA7-4802-A3D6-9C3020CBCF31}" destId="{4DE7AECB-D15A-4FC4-A9A1-5F7A09ABDA1F}" srcOrd="0" destOrd="0" parTransId="{C7F9AB8B-3CF1-4CA0-8C54-2A4677B7B0DD}" sibTransId="{411FBAFA-9CA7-4DA5-A011-FA31B770A8A5}"/>
    <dgm:cxn modelId="{F19668A8-618C-4660-B77C-965216D868E8}" type="presParOf" srcId="{E7DE59D1-9C41-4510-9731-D0F414F760EB}" destId="{F9F08C69-DBFD-4887-B032-91B0B6B86B3D}" srcOrd="0" destOrd="0" presId="urn:microsoft.com/office/officeart/2009/layout/ReverseList"/>
    <dgm:cxn modelId="{E70DF6E9-0646-48BB-8AF8-246F9C832DAF}" type="presParOf" srcId="{E7DE59D1-9C41-4510-9731-D0F414F760EB}" destId="{B60BC6EE-1F41-4C11-9574-BB96E8A94141}" srcOrd="1" destOrd="0" presId="urn:microsoft.com/office/officeart/2009/layout/ReverseList"/>
    <dgm:cxn modelId="{F6CA740A-5BE8-41A3-9EA0-1374CA003723}" type="presParOf" srcId="{E7DE59D1-9C41-4510-9731-D0F414F760EB}" destId="{53F23056-CDB7-4FBC-834D-AE8DB21C7DDB}" srcOrd="2" destOrd="0" presId="urn:microsoft.com/office/officeart/2009/layout/ReverseList"/>
    <dgm:cxn modelId="{AA49AADA-6817-4831-8727-240A70F61F80}" type="presParOf" srcId="{E7DE59D1-9C41-4510-9731-D0F414F760EB}" destId="{C8029C4F-D53B-4DC5-8653-54672F967DCB}" srcOrd="3" destOrd="0" presId="urn:microsoft.com/office/officeart/2009/layout/ReverseList"/>
    <dgm:cxn modelId="{926D8FEE-6FDC-493F-95D5-6D6D9DF7742F}" type="presParOf" srcId="{E7DE59D1-9C41-4510-9731-D0F414F760EB}" destId="{204DCC34-A26C-45FB-8B56-9129039F8696}" srcOrd="4" destOrd="0" presId="urn:microsoft.com/office/officeart/2009/layout/ReverseList"/>
    <dgm:cxn modelId="{67B43F95-C12C-4410-AB1B-82C6CE4635F5}" type="presParOf" srcId="{E7DE59D1-9C41-4510-9731-D0F414F760EB}" destId="{9F3333F5-97CD-469F-9F0E-C0342F43047C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4DC9295-2CDC-4D6E-829F-8C5CCD8F547F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2BBD81F-6306-4D2E-9588-8E3F5857B3AC}">
      <dgm:prSet/>
      <dgm:spPr/>
      <dgm:t>
        <a:bodyPr/>
        <a:lstStyle/>
        <a:p>
          <a:r>
            <a:rPr lang="es-ES" b="1"/>
            <a:t>Proyecto institucional y transversal.</a:t>
          </a:r>
          <a:endParaRPr lang="es-CO"/>
        </a:p>
      </dgm:t>
    </dgm:pt>
    <dgm:pt modelId="{43159E76-BEA9-4C38-BB3F-B7CB8253E3AF}" type="parTrans" cxnId="{95DDFAEF-3D1E-4153-8FFB-705087A73369}">
      <dgm:prSet/>
      <dgm:spPr/>
      <dgm:t>
        <a:bodyPr/>
        <a:lstStyle/>
        <a:p>
          <a:endParaRPr lang="es-CO"/>
        </a:p>
      </dgm:t>
    </dgm:pt>
    <dgm:pt modelId="{DE0F3038-1374-493A-8767-3C8CAD8F97C1}" type="sibTrans" cxnId="{95DDFAEF-3D1E-4153-8FFB-705087A73369}">
      <dgm:prSet/>
      <dgm:spPr/>
      <dgm:t>
        <a:bodyPr/>
        <a:lstStyle/>
        <a:p>
          <a:endParaRPr lang="es-CO"/>
        </a:p>
      </dgm:t>
    </dgm:pt>
    <dgm:pt modelId="{A6E7A895-FB91-465B-BC42-47DE9A7D5BBD}">
      <dgm:prSet/>
      <dgm:spPr/>
      <dgm:t>
        <a:bodyPr/>
        <a:lstStyle/>
        <a:p>
          <a:r>
            <a:rPr lang="es-ES" b="1"/>
            <a:t>Cronograma anual y roles definidos.</a:t>
          </a:r>
          <a:endParaRPr lang="es-CO"/>
        </a:p>
      </dgm:t>
    </dgm:pt>
    <dgm:pt modelId="{B22FFDA1-CA17-4EBF-B88C-4A76E2EF231F}" type="parTrans" cxnId="{EFF6EC2F-4F21-4845-9431-B645135F8FBB}">
      <dgm:prSet/>
      <dgm:spPr/>
      <dgm:t>
        <a:bodyPr/>
        <a:lstStyle/>
        <a:p>
          <a:endParaRPr lang="es-CO"/>
        </a:p>
      </dgm:t>
    </dgm:pt>
    <dgm:pt modelId="{CE9323A1-33D3-4F43-9EC4-CBC74FC38CD5}" type="sibTrans" cxnId="{EFF6EC2F-4F21-4845-9431-B645135F8FBB}">
      <dgm:prSet/>
      <dgm:spPr/>
      <dgm:t>
        <a:bodyPr/>
        <a:lstStyle/>
        <a:p>
          <a:endParaRPr lang="es-CO"/>
        </a:p>
      </dgm:t>
    </dgm:pt>
    <dgm:pt modelId="{9739381D-4870-496D-9233-613BCBE7D804}">
      <dgm:prSet/>
      <dgm:spPr/>
      <dgm:t>
        <a:bodyPr/>
        <a:lstStyle/>
        <a:p>
          <a:r>
            <a:rPr lang="es-ES" b="1"/>
            <a:t>Posibilidad de replicar en otras instituciones.</a:t>
          </a:r>
          <a:endParaRPr lang="es-CO"/>
        </a:p>
      </dgm:t>
    </dgm:pt>
    <dgm:pt modelId="{C4F6A887-60E4-43C3-90BC-490C083C9838}" type="parTrans" cxnId="{862C807C-7BCA-4FD6-9E86-E1F8A6D3742B}">
      <dgm:prSet/>
      <dgm:spPr/>
      <dgm:t>
        <a:bodyPr/>
        <a:lstStyle/>
        <a:p>
          <a:endParaRPr lang="es-CO"/>
        </a:p>
      </dgm:t>
    </dgm:pt>
    <dgm:pt modelId="{F1577334-7ADA-48BA-95FE-31554C18081F}" type="sibTrans" cxnId="{862C807C-7BCA-4FD6-9E86-E1F8A6D3742B}">
      <dgm:prSet/>
      <dgm:spPr/>
      <dgm:t>
        <a:bodyPr/>
        <a:lstStyle/>
        <a:p>
          <a:endParaRPr lang="es-CO"/>
        </a:p>
      </dgm:t>
    </dgm:pt>
    <dgm:pt modelId="{033A396A-1032-4774-B946-99D153E999DF}" type="pres">
      <dgm:prSet presAssocID="{D4DC9295-2CDC-4D6E-829F-8C5CCD8F547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EBD9C6A7-F7FE-48A1-9BCD-40A7DCA9ADB9}" type="pres">
      <dgm:prSet presAssocID="{32BBD81F-6306-4D2E-9588-8E3F5857B3AC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843505F-4D05-43A8-9A36-DE6BD45E8EF6}" type="pres">
      <dgm:prSet presAssocID="{DE0F3038-1374-493A-8767-3C8CAD8F97C1}" presName="spacer" presStyleCnt="0"/>
      <dgm:spPr/>
    </dgm:pt>
    <dgm:pt modelId="{8687E1DD-6283-4E00-90F3-D6BB07A76356}" type="pres">
      <dgm:prSet presAssocID="{A6E7A895-FB91-465B-BC42-47DE9A7D5BBD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84C159E-AF6C-4109-99B1-CF1D54AD6D7F}" type="pres">
      <dgm:prSet presAssocID="{CE9323A1-33D3-4F43-9EC4-CBC74FC38CD5}" presName="spacer" presStyleCnt="0"/>
      <dgm:spPr/>
    </dgm:pt>
    <dgm:pt modelId="{29085FAB-6187-4CA5-9817-D32B35EE27E8}" type="pres">
      <dgm:prSet presAssocID="{9739381D-4870-496D-9233-613BCBE7D80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4995569-252F-4AEE-8FF3-5F1116CC0DBE}" type="presOf" srcId="{A6E7A895-FB91-465B-BC42-47DE9A7D5BBD}" destId="{8687E1DD-6283-4E00-90F3-D6BB07A76356}" srcOrd="0" destOrd="0" presId="urn:microsoft.com/office/officeart/2005/8/layout/vList2"/>
    <dgm:cxn modelId="{B79A20AC-93C2-4D79-832A-D4F09692FA5C}" type="presOf" srcId="{D4DC9295-2CDC-4D6E-829F-8C5CCD8F547F}" destId="{033A396A-1032-4774-B946-99D153E999DF}" srcOrd="0" destOrd="0" presId="urn:microsoft.com/office/officeart/2005/8/layout/vList2"/>
    <dgm:cxn modelId="{95DDFAEF-3D1E-4153-8FFB-705087A73369}" srcId="{D4DC9295-2CDC-4D6E-829F-8C5CCD8F547F}" destId="{32BBD81F-6306-4D2E-9588-8E3F5857B3AC}" srcOrd="0" destOrd="0" parTransId="{43159E76-BEA9-4C38-BB3F-B7CB8253E3AF}" sibTransId="{DE0F3038-1374-493A-8767-3C8CAD8F97C1}"/>
    <dgm:cxn modelId="{862C807C-7BCA-4FD6-9E86-E1F8A6D3742B}" srcId="{D4DC9295-2CDC-4D6E-829F-8C5CCD8F547F}" destId="{9739381D-4870-496D-9233-613BCBE7D804}" srcOrd="2" destOrd="0" parTransId="{C4F6A887-60E4-43C3-90BC-490C083C9838}" sibTransId="{F1577334-7ADA-48BA-95FE-31554C18081F}"/>
    <dgm:cxn modelId="{FAFA2454-89E7-4E8B-ABAC-A18983A6DF0D}" type="presOf" srcId="{32BBD81F-6306-4D2E-9588-8E3F5857B3AC}" destId="{EBD9C6A7-F7FE-48A1-9BCD-40A7DCA9ADB9}" srcOrd="0" destOrd="0" presId="urn:microsoft.com/office/officeart/2005/8/layout/vList2"/>
    <dgm:cxn modelId="{BDD10129-445E-49E5-85A1-345FA69E8664}" type="presOf" srcId="{9739381D-4870-496D-9233-613BCBE7D804}" destId="{29085FAB-6187-4CA5-9817-D32B35EE27E8}" srcOrd="0" destOrd="0" presId="urn:microsoft.com/office/officeart/2005/8/layout/vList2"/>
    <dgm:cxn modelId="{EFF6EC2F-4F21-4845-9431-B645135F8FBB}" srcId="{D4DC9295-2CDC-4D6E-829F-8C5CCD8F547F}" destId="{A6E7A895-FB91-465B-BC42-47DE9A7D5BBD}" srcOrd="1" destOrd="0" parTransId="{B22FFDA1-CA17-4EBF-B88C-4A76E2EF231F}" sibTransId="{CE9323A1-33D3-4F43-9EC4-CBC74FC38CD5}"/>
    <dgm:cxn modelId="{C12853DB-4C7B-4856-8357-EAA8C51D2DC6}" type="presParOf" srcId="{033A396A-1032-4774-B946-99D153E999DF}" destId="{EBD9C6A7-F7FE-48A1-9BCD-40A7DCA9ADB9}" srcOrd="0" destOrd="0" presId="urn:microsoft.com/office/officeart/2005/8/layout/vList2"/>
    <dgm:cxn modelId="{167E9AF2-BACB-4490-AD4B-B80109650781}" type="presParOf" srcId="{033A396A-1032-4774-B946-99D153E999DF}" destId="{8843505F-4D05-43A8-9A36-DE6BD45E8EF6}" srcOrd="1" destOrd="0" presId="urn:microsoft.com/office/officeart/2005/8/layout/vList2"/>
    <dgm:cxn modelId="{0DEA40BF-0C22-4BC9-B0B0-85DFDC28F414}" type="presParOf" srcId="{033A396A-1032-4774-B946-99D153E999DF}" destId="{8687E1DD-6283-4E00-90F3-D6BB07A76356}" srcOrd="2" destOrd="0" presId="urn:microsoft.com/office/officeart/2005/8/layout/vList2"/>
    <dgm:cxn modelId="{EA2D59F7-8AA6-464A-BA95-422FDAE7AFF2}" type="presParOf" srcId="{033A396A-1032-4774-B946-99D153E999DF}" destId="{484C159E-AF6C-4109-99B1-CF1D54AD6D7F}" srcOrd="3" destOrd="0" presId="urn:microsoft.com/office/officeart/2005/8/layout/vList2"/>
    <dgm:cxn modelId="{C6D44DE0-10F0-4BC9-9A29-F73BF686D50C}" type="presParOf" srcId="{033A396A-1032-4774-B946-99D153E999DF}" destId="{29085FAB-6187-4CA5-9817-D32B35EE27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37D0D0-BBB4-4E66-B739-8002E8EBB666}">
      <dsp:nvSpPr>
        <dsp:cNvPr id="0" name=""/>
        <dsp:cNvSpPr/>
      </dsp:nvSpPr>
      <dsp:spPr>
        <a:xfrm>
          <a:off x="423542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500" kern="1200" dirty="0"/>
            <a:t>El Nacional</a:t>
          </a:r>
          <a:endParaRPr lang="es-CO" sz="2500" kern="1200" dirty="0"/>
        </a:p>
      </dsp:txBody>
      <dsp:txXfrm>
        <a:off x="472609" y="1158658"/>
        <a:ext cx="2486952" cy="1577131"/>
      </dsp:txXfrm>
    </dsp:sp>
    <dsp:sp modelId="{B05253D2-11DE-4EC2-911F-27A3A4B03DC0}">
      <dsp:nvSpPr>
        <dsp:cNvPr id="0" name=""/>
        <dsp:cNvSpPr/>
      </dsp:nvSpPr>
      <dsp:spPr>
        <a:xfrm>
          <a:off x="1846782" y="1511413"/>
          <a:ext cx="3007450" cy="3007450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954A3-6F50-4070-B452-9DFD499D4959}">
      <dsp:nvSpPr>
        <dsp:cNvPr id="0" name=""/>
        <dsp:cNvSpPr/>
      </dsp:nvSpPr>
      <dsp:spPr>
        <a:xfrm>
          <a:off x="998006" y="2784856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68580" rIns="10287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400" kern="1200" dirty="0"/>
            <a:t>1982</a:t>
          </a:r>
          <a:endParaRPr lang="es-CO" sz="5400" kern="1200" dirty="0"/>
        </a:p>
      </dsp:txBody>
      <dsp:txXfrm>
        <a:off x="1024770" y="2811620"/>
        <a:ext cx="2244326" cy="860252"/>
      </dsp:txXfrm>
    </dsp:sp>
    <dsp:sp modelId="{5BC4BB77-7681-4AA5-AC1F-EBFC7D805B91}">
      <dsp:nvSpPr>
        <dsp:cNvPr id="0" name=""/>
        <dsp:cNvSpPr/>
      </dsp:nvSpPr>
      <dsp:spPr>
        <a:xfrm>
          <a:off x="3821640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500" kern="1200" dirty="0"/>
            <a:t>Eco Estudiantil</a:t>
          </a:r>
          <a:endParaRPr lang="es-CO" sz="2500" kern="1200" dirty="0"/>
        </a:p>
      </dsp:txBody>
      <dsp:txXfrm>
        <a:off x="3870707" y="1615548"/>
        <a:ext cx="2486952" cy="1577131"/>
      </dsp:txXfrm>
    </dsp:sp>
    <dsp:sp modelId="{18C21D59-CD88-4B34-B0FA-AB4056295812}">
      <dsp:nvSpPr>
        <dsp:cNvPr id="0" name=""/>
        <dsp:cNvSpPr/>
      </dsp:nvSpPr>
      <dsp:spPr>
        <a:xfrm>
          <a:off x="5223338" y="-251125"/>
          <a:ext cx="3337767" cy="3337767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512F7-8771-4963-B150-696BB0E1FE4F}">
      <dsp:nvSpPr>
        <dsp:cNvPr id="0" name=""/>
        <dsp:cNvSpPr/>
      </dsp:nvSpPr>
      <dsp:spPr>
        <a:xfrm>
          <a:off x="4396104" y="652700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68580" rIns="10287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400" kern="1200" dirty="0"/>
            <a:t>1992</a:t>
          </a:r>
          <a:endParaRPr lang="es-CO" sz="5400" kern="1200" dirty="0"/>
        </a:p>
      </dsp:txBody>
      <dsp:txXfrm>
        <a:off x="4422868" y="679464"/>
        <a:ext cx="2244326" cy="860252"/>
      </dsp:txXfrm>
    </dsp:sp>
    <dsp:sp modelId="{DA548DCF-BC6F-49D9-8D9D-7B8CA418FDB2}">
      <dsp:nvSpPr>
        <dsp:cNvPr id="0" name=""/>
        <dsp:cNvSpPr/>
      </dsp:nvSpPr>
      <dsp:spPr>
        <a:xfrm>
          <a:off x="7219739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500" kern="1200" dirty="0"/>
            <a:t>Horizontes</a:t>
          </a:r>
          <a:endParaRPr lang="es-CO" sz="2500" kern="1200" dirty="0"/>
        </a:p>
      </dsp:txBody>
      <dsp:txXfrm>
        <a:off x="7268806" y="1158658"/>
        <a:ext cx="2486952" cy="1577131"/>
      </dsp:txXfrm>
    </dsp:sp>
    <dsp:sp modelId="{4F09AB65-72B9-4D0A-BA1E-A2205AE868A0}">
      <dsp:nvSpPr>
        <dsp:cNvPr id="0" name=""/>
        <dsp:cNvSpPr/>
      </dsp:nvSpPr>
      <dsp:spPr>
        <a:xfrm>
          <a:off x="7794202" y="2784856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68580" rIns="10287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400" kern="1200" dirty="0"/>
            <a:t>2003</a:t>
          </a:r>
          <a:endParaRPr lang="es-CO" sz="5400" kern="1200" dirty="0"/>
        </a:p>
      </dsp:txBody>
      <dsp:txXfrm>
        <a:off x="7820966" y="2811620"/>
        <a:ext cx="2244326" cy="860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6FE30-A9EF-489B-9636-A28BCE4D5DE7}">
      <dsp:nvSpPr>
        <dsp:cNvPr id="0" name=""/>
        <dsp:cNvSpPr/>
      </dsp:nvSpPr>
      <dsp:spPr>
        <a:xfrm>
          <a:off x="3953" y="988636"/>
          <a:ext cx="2377306" cy="460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PEDAGÓGICA</a:t>
          </a:r>
          <a:endParaRPr lang="es-CO" sz="1600" kern="1200" dirty="0"/>
        </a:p>
      </dsp:txBody>
      <dsp:txXfrm>
        <a:off x="3953" y="988636"/>
        <a:ext cx="2377306" cy="460800"/>
      </dsp:txXfrm>
    </dsp:sp>
    <dsp:sp modelId="{8C18EB81-0F2C-4C74-85E1-5A3B30E6B14A}">
      <dsp:nvSpPr>
        <dsp:cNvPr id="0" name=""/>
        <dsp:cNvSpPr/>
      </dsp:nvSpPr>
      <dsp:spPr>
        <a:xfrm>
          <a:off x="3953" y="1449436"/>
          <a:ext cx="2377306" cy="19132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600" kern="1200" dirty="0"/>
            <a:t>Enfoque socio-constructivista. Interacción, construcción conjunta y saberes previos. </a:t>
          </a:r>
        </a:p>
      </dsp:txBody>
      <dsp:txXfrm>
        <a:off x="3953" y="1449436"/>
        <a:ext cx="2377306" cy="1913265"/>
      </dsp:txXfrm>
    </dsp:sp>
    <dsp:sp modelId="{0E969F30-D02B-4B55-A1A4-0CA2EA257856}">
      <dsp:nvSpPr>
        <dsp:cNvPr id="0" name=""/>
        <dsp:cNvSpPr/>
      </dsp:nvSpPr>
      <dsp:spPr>
        <a:xfrm>
          <a:off x="2714082" y="988636"/>
          <a:ext cx="2377306" cy="460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CONCEPTUAL</a:t>
          </a:r>
          <a:endParaRPr lang="es-CO" sz="1600" kern="1200" dirty="0"/>
        </a:p>
      </dsp:txBody>
      <dsp:txXfrm>
        <a:off x="2714082" y="988636"/>
        <a:ext cx="2377306" cy="460800"/>
      </dsp:txXfrm>
    </dsp:sp>
    <dsp:sp modelId="{B19CC7BB-90C9-4B20-82D7-7E97884745A1}">
      <dsp:nvSpPr>
        <dsp:cNvPr id="0" name=""/>
        <dsp:cNvSpPr/>
      </dsp:nvSpPr>
      <dsp:spPr>
        <a:xfrm>
          <a:off x="2714082" y="1449436"/>
          <a:ext cx="2377306" cy="191326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Comunicación como construcción de significados compartidos; prensa escolar como dispositivo formativo.</a:t>
          </a:r>
          <a:endParaRPr lang="es-CO" sz="1600" kern="1200" dirty="0"/>
        </a:p>
      </dsp:txBody>
      <dsp:txXfrm>
        <a:off x="2714082" y="1449436"/>
        <a:ext cx="2377306" cy="1913265"/>
      </dsp:txXfrm>
    </dsp:sp>
    <dsp:sp modelId="{42A5E77C-F75C-4652-B3CE-4B9969B62F68}">
      <dsp:nvSpPr>
        <dsp:cNvPr id="0" name=""/>
        <dsp:cNvSpPr/>
      </dsp:nvSpPr>
      <dsp:spPr>
        <a:xfrm>
          <a:off x="5424211" y="988636"/>
          <a:ext cx="2377306" cy="4608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REFERENTES </a:t>
          </a:r>
          <a:endParaRPr lang="es-CO" sz="1600" kern="1200" dirty="0"/>
        </a:p>
      </dsp:txBody>
      <dsp:txXfrm>
        <a:off x="5424211" y="988636"/>
        <a:ext cx="2377306" cy="460800"/>
      </dsp:txXfrm>
    </dsp:sp>
    <dsp:sp modelId="{0F505DC9-3744-4406-9641-AF8BED1C7609}">
      <dsp:nvSpPr>
        <dsp:cNvPr id="0" name=""/>
        <dsp:cNvSpPr/>
      </dsp:nvSpPr>
      <dsp:spPr>
        <a:xfrm>
          <a:off x="5424211" y="1449436"/>
          <a:ext cx="2377306" cy="191326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Vygotsky (zona de desarrollo proximal) y Freinet (prensa escolar), </a:t>
          </a:r>
          <a:endParaRPr lang="es-CO" sz="1600" kern="1200" dirty="0"/>
        </a:p>
      </dsp:txBody>
      <dsp:txXfrm>
        <a:off x="5424211" y="1449436"/>
        <a:ext cx="2377306" cy="1913265"/>
      </dsp:txXfrm>
    </dsp:sp>
    <dsp:sp modelId="{1DD6A98F-FF59-476D-B443-B042CBF5EC80}">
      <dsp:nvSpPr>
        <dsp:cNvPr id="0" name=""/>
        <dsp:cNvSpPr/>
      </dsp:nvSpPr>
      <dsp:spPr>
        <a:xfrm>
          <a:off x="8134340" y="988636"/>
          <a:ext cx="2377306" cy="460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METODOLÓGICA</a:t>
          </a:r>
          <a:endParaRPr lang="es-CO" sz="1600" kern="1200" dirty="0"/>
        </a:p>
      </dsp:txBody>
      <dsp:txXfrm>
        <a:off x="8134340" y="988636"/>
        <a:ext cx="2377306" cy="460800"/>
      </dsp:txXfrm>
    </dsp:sp>
    <dsp:sp modelId="{9571535E-A63F-4CEF-BB2F-F7FEF8599320}">
      <dsp:nvSpPr>
        <dsp:cNvPr id="0" name=""/>
        <dsp:cNvSpPr/>
      </dsp:nvSpPr>
      <dsp:spPr>
        <a:xfrm>
          <a:off x="8134340" y="1449436"/>
          <a:ext cx="2377306" cy="191326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/>
            <a:t>aprendizaje basado en proyectos; talleres de redacción, edición y diseño; trabajo colaborativo.</a:t>
          </a:r>
          <a:endParaRPr lang="es-CO" sz="1600" kern="1200"/>
        </a:p>
      </dsp:txBody>
      <dsp:txXfrm>
        <a:off x="8134340" y="1449436"/>
        <a:ext cx="2377306" cy="19132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99885-034A-49A5-971A-D8CE67961B64}">
      <dsp:nvSpPr>
        <dsp:cNvPr id="0" name=""/>
        <dsp:cNvSpPr/>
      </dsp:nvSpPr>
      <dsp:spPr>
        <a:xfrm>
          <a:off x="1354666" y="0"/>
          <a:ext cx="5418667" cy="541866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912BE-ECE8-450D-8EF4-DF1D08FA446C}">
      <dsp:nvSpPr>
        <dsp:cNvPr id="0" name=""/>
        <dsp:cNvSpPr/>
      </dsp:nvSpPr>
      <dsp:spPr>
        <a:xfrm>
          <a:off x="1869439" y="514773"/>
          <a:ext cx="2113280" cy="21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Responde a necesidades de lectoescritura, pensamiento crítico y ciudadanía en estudiantes.</a:t>
          </a:r>
          <a:endParaRPr lang="es-CO" sz="1800" kern="1200" dirty="0"/>
        </a:p>
      </dsp:txBody>
      <dsp:txXfrm>
        <a:off x="1972601" y="617935"/>
        <a:ext cx="1906956" cy="1906956"/>
      </dsp:txXfrm>
    </dsp:sp>
    <dsp:sp modelId="{9CBCBDC8-80A3-4156-B394-7F7A36041450}">
      <dsp:nvSpPr>
        <dsp:cNvPr id="0" name=""/>
        <dsp:cNvSpPr/>
      </dsp:nvSpPr>
      <dsp:spPr>
        <a:xfrm>
          <a:off x="4145280" y="514773"/>
          <a:ext cx="2113280" cy="21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Fortalece identidad y sentido de pertenencia a la IEM Nacional y al contexto local</a:t>
          </a:r>
          <a:endParaRPr lang="es-CO" sz="1800" kern="1200" dirty="0"/>
        </a:p>
      </dsp:txBody>
      <dsp:txXfrm>
        <a:off x="4248442" y="617935"/>
        <a:ext cx="1906956" cy="1906956"/>
      </dsp:txXfrm>
    </dsp:sp>
    <dsp:sp modelId="{457966D7-AA2F-4355-A7BB-0E5FAA77F981}">
      <dsp:nvSpPr>
        <dsp:cNvPr id="0" name=""/>
        <dsp:cNvSpPr/>
      </dsp:nvSpPr>
      <dsp:spPr>
        <a:xfrm>
          <a:off x="1869439" y="2790613"/>
          <a:ext cx="2113280" cy="21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Integra problemáticas locales y experiencias de comunidad en géneros periodísticos </a:t>
          </a:r>
          <a:endParaRPr lang="es-CO" sz="1800" kern="1200" dirty="0"/>
        </a:p>
      </dsp:txBody>
      <dsp:txXfrm>
        <a:off x="1972601" y="2893775"/>
        <a:ext cx="1906956" cy="1906956"/>
      </dsp:txXfrm>
    </dsp:sp>
    <dsp:sp modelId="{EF1E1E91-BDCF-4F09-828D-CB5F9D0ED9D2}">
      <dsp:nvSpPr>
        <dsp:cNvPr id="0" name=""/>
        <dsp:cNvSpPr/>
      </dsp:nvSpPr>
      <dsp:spPr>
        <a:xfrm>
          <a:off x="4145280" y="2790613"/>
          <a:ext cx="2113280" cy="21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Vincula actores y proyectos institucionales para visibilizar logros e iniciativas.</a:t>
          </a:r>
          <a:endParaRPr lang="es-CO" sz="1800" kern="1200" dirty="0"/>
        </a:p>
      </dsp:txBody>
      <dsp:txXfrm>
        <a:off x="4248442" y="2893775"/>
        <a:ext cx="1906956" cy="1906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7DCDB-690E-4057-9789-426394041A5D}">
      <dsp:nvSpPr>
        <dsp:cNvPr id="0" name=""/>
        <dsp:cNvSpPr/>
      </dsp:nvSpPr>
      <dsp:spPr>
        <a:xfrm>
          <a:off x="0" y="162549"/>
          <a:ext cx="10515600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/>
            <a:t>Secuencia clara: consejo de redacción → investigación → redacción → edición → diseño del machote → impresión → distribución → lectura en clases.</a:t>
          </a:r>
          <a:endParaRPr lang="es-CO" sz="2400" kern="1200"/>
        </a:p>
      </dsp:txBody>
      <dsp:txXfrm>
        <a:off x="46606" y="209155"/>
        <a:ext cx="10422388" cy="861507"/>
      </dsp:txXfrm>
    </dsp:sp>
    <dsp:sp modelId="{957ADD58-26F7-437D-A55A-DC622AD6959C}">
      <dsp:nvSpPr>
        <dsp:cNvPr id="0" name=""/>
        <dsp:cNvSpPr/>
      </dsp:nvSpPr>
      <dsp:spPr>
        <a:xfrm>
          <a:off x="0" y="1186389"/>
          <a:ext cx="10515600" cy="9547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/>
            <a:t>Coherencia entre contexto, objetivos, metodología y resultados esperados.</a:t>
          </a:r>
          <a:endParaRPr lang="es-CO" sz="2400" kern="1200"/>
        </a:p>
      </dsp:txBody>
      <dsp:txXfrm>
        <a:off x="46606" y="1232995"/>
        <a:ext cx="10422388" cy="861507"/>
      </dsp:txXfrm>
    </dsp:sp>
    <dsp:sp modelId="{86422B3C-3B17-45B7-8147-9CC99584FCFE}">
      <dsp:nvSpPr>
        <dsp:cNvPr id="0" name=""/>
        <dsp:cNvSpPr/>
      </dsp:nvSpPr>
      <dsp:spPr>
        <a:xfrm>
          <a:off x="0" y="2210229"/>
          <a:ext cx="10515600" cy="95471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/>
            <a:t>Roles definidos (editor, redactores, fotógrafos, diagramador, comité editorial) y responsabilidades.</a:t>
          </a:r>
          <a:endParaRPr lang="es-CO" sz="2400" kern="1200"/>
        </a:p>
      </dsp:txBody>
      <dsp:txXfrm>
        <a:off x="46606" y="2256835"/>
        <a:ext cx="10422388" cy="861507"/>
      </dsp:txXfrm>
    </dsp:sp>
    <dsp:sp modelId="{C005D160-C099-4F00-886E-D928DF9B215C}">
      <dsp:nvSpPr>
        <dsp:cNvPr id="0" name=""/>
        <dsp:cNvSpPr/>
      </dsp:nvSpPr>
      <dsp:spPr>
        <a:xfrm>
          <a:off x="0" y="3234069"/>
          <a:ext cx="10515600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/>
            <a:t>Articulación con procesos evaluativos de aula (rúbricas, auto/coevaluación, entregables).</a:t>
          </a:r>
          <a:endParaRPr lang="es-CO" sz="2400" kern="1200"/>
        </a:p>
      </dsp:txBody>
      <dsp:txXfrm>
        <a:off x="46606" y="3280675"/>
        <a:ext cx="10422388" cy="8615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712A2-6FF8-420A-9FC3-60C0F2C63398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/>
            <a:t>Participación activa de estudiantes (preescolar–11º), docentes de todas las áreas, egresados y familias.</a:t>
          </a:r>
          <a:endParaRPr lang="es-CO" sz="2300" kern="1200"/>
        </a:p>
      </dsp:txBody>
      <dsp:txXfrm>
        <a:off x="1748064" y="2975"/>
        <a:ext cx="3342605" cy="2005563"/>
      </dsp:txXfrm>
    </dsp:sp>
    <dsp:sp modelId="{0933F269-6FA2-45B8-B689-51DD7E82A89A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/>
            <a:t>Consejo de redacción y comité editorial con estudiantes de grados superiores y docentes del área.</a:t>
          </a:r>
          <a:endParaRPr lang="es-CO" sz="2300" kern="1200"/>
        </a:p>
      </dsp:txBody>
      <dsp:txXfrm>
        <a:off x="5424930" y="2975"/>
        <a:ext cx="3342605" cy="2005563"/>
      </dsp:txXfrm>
    </dsp:sp>
    <dsp:sp modelId="{FF8484D7-7701-40C8-AC45-56B5419B1C97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/>
            <a:t>Difusión y lectura en la comunidad educativa; uso del medio para la voz estudiantil y docente.</a:t>
          </a:r>
          <a:endParaRPr lang="es-CO" sz="2300" kern="1200"/>
        </a:p>
      </dsp:txBody>
      <dsp:txXfrm>
        <a:off x="1748064" y="2342799"/>
        <a:ext cx="3342605" cy="2005563"/>
      </dsp:txXfrm>
    </dsp:sp>
    <dsp:sp modelId="{43C67CB5-2D60-4DE1-B65D-BF5ED1D81FB7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/>
            <a:t>Apoyo directivo para tiempos, logística y financiación.</a:t>
          </a:r>
          <a:endParaRPr lang="es-CO" sz="2300" kern="1200"/>
        </a:p>
      </dsp:txBody>
      <dsp:txXfrm>
        <a:off x="5424930" y="2342799"/>
        <a:ext cx="3342605" cy="20055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B670F-A5DB-4BB4-A11F-8BDE6794EEED}">
      <dsp:nvSpPr>
        <dsp:cNvPr id="0" name=""/>
        <dsp:cNvSpPr/>
      </dsp:nvSpPr>
      <dsp:spPr>
        <a:xfrm>
          <a:off x="788670" y="0"/>
          <a:ext cx="8938260" cy="4351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611CC-F118-4355-8897-7FD3F3D10BBF}">
      <dsp:nvSpPr>
        <dsp:cNvPr id="0" name=""/>
        <dsp:cNvSpPr/>
      </dsp:nvSpPr>
      <dsp:spPr>
        <a:xfrm>
          <a:off x="5262" y="1305401"/>
          <a:ext cx="2531343" cy="1740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/>
            <a:t>Planificación con objetivos medibles; registro en actas; seguimiento continuo.</a:t>
          </a:r>
          <a:endParaRPr lang="es-CO" sz="1700" kern="1200"/>
        </a:p>
      </dsp:txBody>
      <dsp:txXfrm>
        <a:off x="90228" y="1390367"/>
        <a:ext cx="2361411" cy="1570603"/>
      </dsp:txXfrm>
    </dsp:sp>
    <dsp:sp modelId="{4ED69213-89F3-4E52-A87D-E587B9B9A1A8}">
      <dsp:nvSpPr>
        <dsp:cNvPr id="0" name=""/>
        <dsp:cNvSpPr/>
      </dsp:nvSpPr>
      <dsp:spPr>
        <a:xfrm>
          <a:off x="2663173" y="1305401"/>
          <a:ext cx="2531343" cy="17405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/>
            <a:t>Evaluación formativa y sumativa; rúbricas; autoevaluación y coevaluación; grupos focales.</a:t>
          </a:r>
          <a:endParaRPr lang="es-CO" sz="1700" kern="1200"/>
        </a:p>
      </dsp:txBody>
      <dsp:txXfrm>
        <a:off x="2748139" y="1390367"/>
        <a:ext cx="2361411" cy="1570603"/>
      </dsp:txXfrm>
    </dsp:sp>
    <dsp:sp modelId="{0DFEBA39-3D29-41C4-9DB6-B29CACD172D9}">
      <dsp:nvSpPr>
        <dsp:cNvPr id="0" name=""/>
        <dsp:cNvSpPr/>
      </dsp:nvSpPr>
      <dsp:spPr>
        <a:xfrm>
          <a:off x="5321083" y="1305401"/>
          <a:ext cx="2531343" cy="1740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/>
            <a:t>Análisis de productos (calidad de artículos) y del trabajo en equipo (colaboración y comunicación).</a:t>
          </a:r>
          <a:endParaRPr lang="es-CO" sz="1700" kern="1200"/>
        </a:p>
      </dsp:txBody>
      <dsp:txXfrm>
        <a:off x="5406049" y="1390367"/>
        <a:ext cx="2361411" cy="1570603"/>
      </dsp:txXfrm>
    </dsp:sp>
    <dsp:sp modelId="{60A2363B-9266-4D35-AE27-FB8417DDDD69}">
      <dsp:nvSpPr>
        <dsp:cNvPr id="0" name=""/>
        <dsp:cNvSpPr/>
      </dsp:nvSpPr>
      <dsp:spPr>
        <a:xfrm>
          <a:off x="7978993" y="1305401"/>
          <a:ext cx="2531343" cy="1740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/>
            <a:t>Registro de evidencias: fotos, videos, audios, artículos y publicaciones en el periódico.</a:t>
          </a:r>
          <a:endParaRPr lang="es-CO" sz="1700" kern="1200"/>
        </a:p>
      </dsp:txBody>
      <dsp:txXfrm>
        <a:off x="8063959" y="1390367"/>
        <a:ext cx="2361411" cy="15706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BC6EE-1F41-4C11-9574-BB96E8A94141}">
      <dsp:nvSpPr>
        <dsp:cNvPr id="0" name=""/>
        <dsp:cNvSpPr/>
      </dsp:nvSpPr>
      <dsp:spPr>
        <a:xfrm rot="16200000">
          <a:off x="2322831" y="1380375"/>
          <a:ext cx="2957097" cy="1807100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95250" rIns="85725" bIns="952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b="1" kern="1200" dirty="0"/>
            <a:t>Retos: Recursos, motivación, tiempo, habilidades técnicas.</a:t>
          </a:r>
          <a:endParaRPr lang="es-CO" sz="1500" kern="1200" dirty="0"/>
        </a:p>
      </dsp:txBody>
      <dsp:txXfrm rot="5400000">
        <a:off x="2986061" y="893608"/>
        <a:ext cx="1718869" cy="2780635"/>
      </dsp:txXfrm>
    </dsp:sp>
    <dsp:sp modelId="{C8029C4F-D53B-4DC5-8653-54672F967DCB}">
      <dsp:nvSpPr>
        <dsp:cNvPr id="0" name=""/>
        <dsp:cNvSpPr/>
      </dsp:nvSpPr>
      <dsp:spPr>
        <a:xfrm rot="5400000">
          <a:off x="4236149" y="1396491"/>
          <a:ext cx="2957097" cy="1807100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tint val="50000"/>
            <a:hueOff val="5107787"/>
            <a:satOff val="42252"/>
            <a:lumOff val="1782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25" tIns="95250" rIns="57150" bIns="952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b="1" kern="1200" dirty="0"/>
            <a:t>Soluciones: Formación, gestión creativa, alianzas, participación comunitaria.</a:t>
          </a:r>
          <a:endParaRPr lang="es-CO" sz="1500" kern="1200" dirty="0"/>
        </a:p>
      </dsp:txBody>
      <dsp:txXfrm rot="-5400000">
        <a:off x="4811148" y="909724"/>
        <a:ext cx="1718869" cy="2780635"/>
      </dsp:txXfrm>
    </dsp:sp>
    <dsp:sp modelId="{204DCC34-A26C-45FB-8B56-9129039F8696}">
      <dsp:nvSpPr>
        <dsp:cNvPr id="0" name=""/>
        <dsp:cNvSpPr/>
      </dsp:nvSpPr>
      <dsp:spPr>
        <a:xfrm>
          <a:off x="3825356" y="0"/>
          <a:ext cx="1889156" cy="1889065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333F5-97CD-469F-9F0E-C0342F43047C}">
      <dsp:nvSpPr>
        <dsp:cNvPr id="0" name=""/>
        <dsp:cNvSpPr/>
      </dsp:nvSpPr>
      <dsp:spPr>
        <a:xfrm rot="10800000">
          <a:off x="3825356" y="2710557"/>
          <a:ext cx="1889156" cy="1889065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9C6A7-F7FE-48A1-9BCD-40A7DCA9ADB9}">
      <dsp:nvSpPr>
        <dsp:cNvPr id="0" name=""/>
        <dsp:cNvSpPr/>
      </dsp:nvSpPr>
      <dsp:spPr>
        <a:xfrm>
          <a:off x="0" y="665739"/>
          <a:ext cx="10515600" cy="933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b="1" kern="1200"/>
            <a:t>Proyecto institucional y transversal.</a:t>
          </a:r>
          <a:endParaRPr lang="es-CO" sz="3800" kern="1200"/>
        </a:p>
      </dsp:txBody>
      <dsp:txXfrm>
        <a:off x="45578" y="711317"/>
        <a:ext cx="10424444" cy="842504"/>
      </dsp:txXfrm>
    </dsp:sp>
    <dsp:sp modelId="{8687E1DD-6283-4E00-90F3-D6BB07A76356}">
      <dsp:nvSpPr>
        <dsp:cNvPr id="0" name=""/>
        <dsp:cNvSpPr/>
      </dsp:nvSpPr>
      <dsp:spPr>
        <a:xfrm>
          <a:off x="0" y="1708839"/>
          <a:ext cx="10515600" cy="9336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b="1" kern="1200"/>
            <a:t>Cronograma anual y roles definidos.</a:t>
          </a:r>
          <a:endParaRPr lang="es-CO" sz="3800" kern="1200"/>
        </a:p>
      </dsp:txBody>
      <dsp:txXfrm>
        <a:off x="45578" y="1754417"/>
        <a:ext cx="10424444" cy="842504"/>
      </dsp:txXfrm>
    </dsp:sp>
    <dsp:sp modelId="{29085FAB-6187-4CA5-9817-D32B35EE27E8}">
      <dsp:nvSpPr>
        <dsp:cNvPr id="0" name=""/>
        <dsp:cNvSpPr/>
      </dsp:nvSpPr>
      <dsp:spPr>
        <a:xfrm>
          <a:off x="0" y="2751939"/>
          <a:ext cx="10515600" cy="9336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b="1" kern="1200"/>
            <a:t>Posibilidad de replicar en otras instituciones.</a:t>
          </a:r>
          <a:endParaRPr lang="es-CO" sz="3800" kern="1200"/>
        </a:p>
      </dsp:txBody>
      <dsp:txXfrm>
        <a:off x="45578" y="2797517"/>
        <a:ext cx="10424444" cy="842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7B86E-834F-458C-9F6E-902635ABBF87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A5244-5E36-4188-8C07-28E6EC5204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6694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C2AE78-F7B1-8EFE-5EEB-93F4EA8C18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Horizontes: Una mirada diferente de ver la realidad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668F4E-F8CC-5547-1B5B-A926141E0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Institución Educativa Municipal Nacional – Pitalito (Huila)</a:t>
            </a:r>
          </a:p>
          <a:p>
            <a:r>
              <a:rPr lang="es-ES" dirty="0"/>
              <a:t>Docentes coordinadores: María Eugenia Ortiz y Marleny Monje</a:t>
            </a:r>
          </a:p>
          <a:p>
            <a:r>
              <a:rPr lang="es-ES" dirty="0"/>
              <a:t>Año: 2026</a:t>
            </a:r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BA940E-2528-74DA-C2B2-31DAF998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la </a:t>
            </a:r>
            <a:r>
              <a:rPr dirty="0" err="1"/>
              <a:t>experiencia</a:t>
            </a:r>
            <a:r>
              <a:rPr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8A9B1-D60C-6BB4-0104-C69948127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s-ES_tradnl" noProof="1"/>
              <a:t>Proyecto institucional de educomunicación que fortalece la competencia comunicativa mediante la producción de un periódico escolar.</a:t>
            </a:r>
          </a:p>
          <a:p>
            <a:r>
              <a:rPr lang="es-ES_tradnl" noProof="1"/>
              <a:t>Cobertura: desde preescolar hasta grado 11; participación de estudiantes, docentes, egresados y familias.</a:t>
            </a:r>
          </a:p>
          <a:p>
            <a:r>
              <a:rPr lang="es-ES_tradnl" noProof="1"/>
              <a:t>Inicio histórico del proyecto escolar: 1982 (El Nacional) → 1992 (Eco Estudiantil) → 2003 (Horizontes).</a:t>
            </a:r>
          </a:p>
          <a:p>
            <a:r>
              <a:rPr lang="es-ES_tradnl" noProof="1"/>
              <a:t>Actualidad: alrededor de 15 ediciones; edición 2025 relanzada con cronograma y comité de redacción.</a:t>
            </a: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5AF9345-09EC-3EE3-5C38-1865CA9F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CONTEXTO</a:t>
            </a:r>
            <a:endParaRPr lang="es-CO" b="1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5C2DC6A-0DCF-A6C1-6679-8A79C2521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5964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398C-73B1-7088-89ED-AB4883DB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90A56EC-0139-1946-EFBD-C7D3456C4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2E958AE-90A2-D2FF-E0E4-1D1D05AB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PROPÓSITO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0F168D-09F7-998E-2C69-7582E311A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r>
              <a:rPr lang="es-ES" dirty="0"/>
              <a:t>Formar comunicadores críticos, creativos y comprometidos con su comunidad.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Fortalecer competencias comunicativas y ciudadanas.</a:t>
            </a:r>
          </a:p>
          <a:p>
            <a:r>
              <a:rPr lang="es-ES" dirty="0"/>
              <a:t>Promover la investigación y la escritura creativa.</a:t>
            </a:r>
          </a:p>
          <a:p>
            <a:r>
              <a:rPr lang="es-ES" dirty="0"/>
              <a:t>Ser puente entre la escuela y la comunidad.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6388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4D24-F51A-F7B3-5139-84BC443D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2371A7A-6481-A6EB-15B0-06DC6D2FB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A355EB-75B6-69EC-E72E-0DA5621A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FUNDAMENTACIÓN</a:t>
            </a:r>
            <a:endParaRPr lang="es-CO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0EB2319-0A44-360A-F8AB-6C2413367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4853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6790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3E9CA-F839-815C-8D45-3EFD69F8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407C37F-58F1-7013-D3E0-B6F8B27CB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221D-06EC-BD51-28FC-E43473BA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PERTINENCIA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363DC4-7ADF-4E21-4084-DD3DBBF41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endParaRPr lang="es-CO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7542637-3410-5470-58A0-4FCEFD34DD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338415"/>
              </p:ext>
            </p:extLst>
          </p:nvPr>
        </p:nvGraphicFramePr>
        <p:xfrm>
          <a:off x="2032000" y="12919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7910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DA8A-1A0A-E261-B154-A51138EA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4B0DF59-5268-1B54-7B87-FEC7CA355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BA34FB3-9DE3-FB1B-CB93-4DF25FDA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CONSISTENCIA</a:t>
            </a:r>
            <a:endParaRPr lang="es-CO" b="1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05436DA4-AE9F-5D0B-F47E-BA1C7FB41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1829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3743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A7BD7-01D1-03D8-8EBC-A1701E7C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AF4650-FFAF-685B-AA84-9198578EF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BE31D9-F82D-FC40-2F92-648D80D5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EMPODERAMIENTO DE LA COMUNIDAD</a:t>
            </a:r>
            <a:endParaRPr lang="es-CO" b="1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951C3887-1CBB-D56B-AA97-3346ACE22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24464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3454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C0984-29D9-0B8A-F8BB-6214DD8C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7F1EF55-CD95-C41F-19CA-0C4497AED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7B82A6-2962-04AD-B813-43624EB9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SEGUMIENTO Y EVALUACIÓN</a:t>
            </a:r>
            <a:endParaRPr lang="es-CO" b="1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EEB412FA-AB6E-98F1-DF1D-E9B9FCB01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8896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7140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EA4A-737F-B901-A288-1FB284E7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9296B53-B5F8-15DA-B3D0-0250617E2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EFE515-0F5A-312A-B4CF-1386A996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RESULTADOS E IMPACTO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F4187D-C0C7-8A68-B046-095CFDC75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r>
              <a:rPr lang="es-ES" b="1" dirty="0"/>
              <a:t>Logros:</a:t>
            </a:r>
          </a:p>
          <a:p>
            <a:r>
              <a:rPr lang="es-ES" dirty="0"/>
              <a:t>Más de 16 ediciones de </a:t>
            </a:r>
            <a:r>
              <a:rPr lang="es-ES" i="1" dirty="0"/>
              <a:t>Horizontes</a:t>
            </a:r>
            <a:r>
              <a:rPr lang="es-ES" dirty="0"/>
              <a:t>.</a:t>
            </a:r>
          </a:p>
          <a:p>
            <a:r>
              <a:rPr lang="es-ES" dirty="0"/>
              <a:t>Estudiantes con mejores competencias de lectura, escritura y pensamiento crítico.</a:t>
            </a:r>
          </a:p>
          <a:p>
            <a:r>
              <a:rPr lang="es-ES" dirty="0"/>
              <a:t>Mayor sentido de pertenencia e identidad institucional.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5070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B322-CC7C-0250-6782-3552BD9F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8BFAC9-3EAD-3C1D-C382-C2FD686A3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C93B94-6963-4581-7ADD-FC2A14D7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RETOS Y SOLUCIONES</a:t>
            </a:r>
            <a:endParaRPr lang="es-CO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FE2816A-CAF8-D31D-2582-896B47856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727967"/>
              </p:ext>
            </p:extLst>
          </p:nvPr>
        </p:nvGraphicFramePr>
        <p:xfrm>
          <a:off x="838200" y="1577340"/>
          <a:ext cx="9540240" cy="4599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318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8AFC-6683-7735-D617-91020F59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003F654-1857-EC00-7B64-D49BDE841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136737-A5EE-9932-17A5-9C4C29DB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SOSTENIBILIDAD Y TRANSFERENCIA</a:t>
            </a:r>
            <a:endParaRPr lang="es-CO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AE0B614-B194-67B5-BD76-DDDF58D00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2146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3402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B4A3-A72D-03C1-D31C-72823648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16211C-5508-FED4-8076-7884CFD08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0B71F5A-C9AC-E3C2-5524-669A05C0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GRACIAS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B0A553-5609-65C4-96E8-760939C83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B4F3EA5-5003-1FDE-2DC3-7CF32DEAD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96" y="1399223"/>
            <a:ext cx="4916304" cy="49301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14622F5-F624-25CF-0EA7-A6A7FB31C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893" y="772038"/>
            <a:ext cx="4131688" cy="587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6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536</Words>
  <Application>Microsoft Office PowerPoint</Application>
  <PresentationFormat>Panorámica</PresentationFormat>
  <Paragraphs>66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Tema de Office</vt:lpstr>
      <vt:lpstr>Horizontes: Una mirada diferente de ver la realidad</vt:lpstr>
      <vt:lpstr>¿Qué es la experiencia? </vt:lpstr>
      <vt:lpstr>CONTEXTO</vt:lpstr>
      <vt:lpstr>PROPÓSITO</vt:lpstr>
      <vt:lpstr>FUNDAMENTACIÓN</vt:lpstr>
      <vt:lpstr>PERTINENCIA</vt:lpstr>
      <vt:lpstr>CONSISTENCIA</vt:lpstr>
      <vt:lpstr>EMPODERAMIENTO DE LA COMUNIDAD</vt:lpstr>
      <vt:lpstr>SEGUMIENTO Y EVALUACIÓN</vt:lpstr>
      <vt:lpstr>RESULTADOS E IMPACTO</vt:lpstr>
      <vt:lpstr>RETOS Y SOLUCIONES</vt:lpstr>
      <vt:lpstr>SOSTENIBILIDAD Y TRANSFERENCIA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7</cp:revision>
  <dcterms:created xsi:type="dcterms:W3CDTF">2025-07-23T15:35:07Z</dcterms:created>
  <dcterms:modified xsi:type="dcterms:W3CDTF">2026-06-10T21:07:13Z</dcterms:modified>
</cp:coreProperties>
</file>