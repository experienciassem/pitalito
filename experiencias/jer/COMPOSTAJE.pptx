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 autoAdjust="0"/>
    <p:restoredTop sz="94660"/>
  </p:normalViewPr>
  <p:slideViewPr>
    <p:cSldViewPr snapToGrid="0">
      <p:cViewPr varScale="1">
        <p:scale>
          <a:sx n="66" d="100"/>
          <a:sy n="66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B98F3-56D0-4537-8D3D-FAC1701FF1EF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4AE3B-701C-4D32-9651-D9F85E128F1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442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4AE3B-701C-4D32-9651-D9F85E128F13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1319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B6E52C1-8F25-43A2-A42C-8C2178DA9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715" y="972004"/>
            <a:ext cx="11480799" cy="1470025"/>
          </a:xfrm>
        </p:spPr>
        <p:txBody>
          <a:bodyPr>
            <a:noAutofit/>
          </a:bodyPr>
          <a:lstStyle/>
          <a:p>
            <a:r>
              <a:rPr lang="es-CO" sz="4800" b="1" dirty="0">
                <a:latin typeface="Arial Black" panose="020B0A04020102020204" pitchFamily="34" charset="0"/>
                <a:cs typeface="Aharoni" panose="02010803020104030203" pitchFamily="2" charset="-79"/>
              </a:rPr>
              <a:t>MEJOREMOS LA COMPOSTURA: APUESTA POR EL COMPOST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DE34ED1-BCC0-4AF1-A861-7F3699421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5829" y="2685143"/>
            <a:ext cx="7046685" cy="2015671"/>
          </a:xfrm>
        </p:spPr>
        <p:txBody>
          <a:bodyPr>
            <a:normAutofit/>
          </a:bodyPr>
          <a:lstStyle/>
          <a:p>
            <a:r>
              <a:rPr lang="es-CO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>INSTITUCIÓN EDUCATIVA JOSÉ EUSTASIO RIVERA</a:t>
            </a:r>
          </a:p>
          <a:p>
            <a:r>
              <a:rPr lang="es-CO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>SEDE BOMBONAL</a:t>
            </a:r>
          </a:p>
          <a:p>
            <a:r>
              <a:rPr lang="es-CO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>EXPERIENCIA SIGNIFICATIVA 2026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9B06FA0-34DB-4DDE-BA27-369BAD5C7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72" y="4415972"/>
            <a:ext cx="3036071" cy="230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FFE91E-0D69-4CCE-B441-9C930DA42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600" y="579438"/>
            <a:ext cx="8229600" cy="1143000"/>
          </a:xfrm>
        </p:spPr>
        <p:txBody>
          <a:bodyPr/>
          <a:lstStyle/>
          <a:p>
            <a:pPr algn="ctr"/>
            <a:r>
              <a:rPr lang="es-CO" dirty="0">
                <a:latin typeface="Arial Black" panose="020B0A04020102020204" pitchFamily="34" charset="0"/>
                <a:cs typeface="Aharoni" panose="02010803020104030203" pitchFamily="2" charset="-79"/>
              </a:rPr>
              <a:t>CONTEXTO Y PROBLEMA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3FB67C-4A6A-40A3-95B0-604891C9F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400971" cy="45259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La comunidad de Bombonal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enfrenta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acumulación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de residuos orgánicos.</a:t>
            </a:r>
          </a:p>
          <a:p>
            <a:pPr>
              <a:lnSpc>
                <a:spcPct val="200000"/>
              </a:lnSpc>
            </a:pP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Falta de </a:t>
            </a:r>
            <a:r>
              <a:rPr lang="es-CO" dirty="0">
                <a:latin typeface="Arial Black" panose="020B0A04020102020204" pitchFamily="34" charset="0"/>
                <a:cs typeface="Aharoni" panose="02010803020104030203" pitchFamily="2" charset="-79"/>
              </a:rPr>
              <a:t>Capacitación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en manejo de residuos.</a:t>
            </a:r>
          </a:p>
          <a:p>
            <a:pPr>
              <a:lnSpc>
                <a:spcPct val="200000"/>
              </a:lnSpc>
            </a:pP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El compostaje surge como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alternativa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sostenible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14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E9AB34-16C6-4707-858D-90919A4F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485" y="347209"/>
            <a:ext cx="8229600" cy="1143000"/>
          </a:xfrm>
        </p:spPr>
        <p:txBody>
          <a:bodyPr/>
          <a:lstStyle/>
          <a:p>
            <a:r>
              <a:rPr lang="es-CO" dirty="0">
                <a:latin typeface="Arial Black" panose="020B0A04020102020204" pitchFamily="34" charset="0"/>
                <a:cs typeface="Aharoni" panose="02010803020104030203" pitchFamily="2" charset="-79"/>
              </a:rPr>
              <a:t>ARTICULACIÓN AL PEI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214E82-BD01-4285-AF8E-A1DE8865A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4344"/>
            <a:ext cx="11517086" cy="476182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Misión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: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formar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ciudadanos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responsables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200000"/>
              </a:lnSpc>
            </a:pP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Visión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: ser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líderes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en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proyectos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ambientales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200000"/>
              </a:lnSpc>
            </a:pP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Valores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: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responsabilidad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,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cooperación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y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respeto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200000"/>
              </a:lnSpc>
            </a:pP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Acciones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: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composteras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, </a:t>
            </a:r>
            <a:r>
              <a:rPr dirty="0" err="1">
                <a:latin typeface="Arial Black" panose="020B0A04020102020204" pitchFamily="34" charset="0"/>
                <a:cs typeface="Aharoni" panose="02010803020104030203" pitchFamily="2" charset="-79"/>
              </a:rPr>
              <a:t>integración</a:t>
            </a:r>
            <a:r>
              <a:rPr dirty="0">
                <a:latin typeface="Arial Black" panose="020B0A04020102020204" pitchFamily="34" charset="0"/>
                <a:cs typeface="Aharoni" panose="02010803020104030203" pitchFamily="2" charset="-79"/>
              </a:rPr>
              <a:t> curricular, PRAE.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A91619C-6AF5-479B-B7EA-A75FD294EA3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150" y="1364344"/>
            <a:ext cx="1792967" cy="17326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D68E9C0-6CC5-4BBC-951F-46F1BFDA8190}"/>
              </a:ext>
            </a:extLst>
          </p:cNvPr>
          <p:cNvSpPr txBox="1">
            <a:spLocks/>
          </p:cNvSpPr>
          <p:nvPr/>
        </p:nvSpPr>
        <p:spPr>
          <a:xfrm>
            <a:off x="1836057" y="50686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FUNDAMENTACIÓN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1906F9-ECEA-416F-9D02-5D64A5060B92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4590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2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El compostaje mejora suelos, reduce erosión y genera abono.</a:t>
            </a:r>
          </a:p>
          <a:p>
            <a:pPr marL="342900" marR="0" lvl="0" indent="-342900" algn="l" defTabSz="457200" rtl="0" eaLnBrk="1" fontAlgn="auto" latinLnBrk="0" hangingPunct="1">
              <a:lnSpc>
                <a:spcPct val="2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Metodología: Modelo pedagógico constructivista con enfoque activista ( donde el estudiante aprende haciendo)</a:t>
            </a:r>
          </a:p>
          <a:p>
            <a:pPr marL="342900" marR="0" lvl="0" indent="-342900" algn="l" defTabSz="457200" rtl="0" eaLnBrk="1" fontAlgn="auto" latinLnBrk="0" hangingPunct="1">
              <a:lnSpc>
                <a:spcPct val="2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Integración curricular: Ciencias, Matemáticas, Lengua, Artística.</a:t>
            </a:r>
          </a:p>
        </p:txBody>
      </p:sp>
    </p:spTree>
    <p:extLst>
      <p:ext uri="{BB962C8B-B14F-4D97-AF65-F5344CB8AC3E}">
        <p14:creationId xmlns:p14="http://schemas.microsoft.com/office/powerpoint/2010/main" val="329804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F6C803-FA3C-43BE-BBAA-B93F1F430E5B}"/>
              </a:ext>
            </a:extLst>
          </p:cNvPr>
          <p:cNvSpPr txBox="1">
            <a:spLocks/>
          </p:cNvSpPr>
          <p:nvPr/>
        </p:nvSpPr>
        <p:spPr>
          <a:xfrm>
            <a:off x="1981200" y="31818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DISEÑO METODOLÓGICO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3FA38C-D0F8-4B31-B5F4-D5B7862DC2FA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9800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Fase 1: Sensibilización.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Fase 2: Instalación.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Fase 3: Desarrollo.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Fase 4: Socialización</a:t>
            </a: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6FDB322-2AD7-4FBC-8446-A3A2EA0802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25" r="7307"/>
          <a:stretch/>
        </p:blipFill>
        <p:spPr>
          <a:xfrm>
            <a:off x="6226629" y="2394857"/>
            <a:ext cx="5312228" cy="330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1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3D50CB7-71DC-4A48-9814-BFD4F9A9EEFD}"/>
              </a:ext>
            </a:extLst>
          </p:cNvPr>
          <p:cNvSpPr txBox="1">
            <a:spLocks/>
          </p:cNvSpPr>
          <p:nvPr/>
        </p:nvSpPr>
        <p:spPr>
          <a:xfrm>
            <a:off x="1865086" y="24561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EMPODERAMIENTO DE LA COMUNIDAD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A066F0-9A5E-4219-87D5-D4095772110B}"/>
              </a:ext>
            </a:extLst>
          </p:cNvPr>
          <p:cNvSpPr txBox="1">
            <a:spLocks/>
          </p:cNvSpPr>
          <p:nvPr/>
        </p:nvSpPr>
        <p:spPr>
          <a:xfrm>
            <a:off x="457199" y="1388610"/>
            <a:ext cx="11400972" cy="51137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Docentes: lideran actividades.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Estudiantes: partícipes activos en la recolección de residuos orgánicos y su proceso.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Padres: apoyo en residuos y acompañamiento.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Aliados: Institución educativa y S.E.M.</a:t>
            </a:r>
          </a:p>
        </p:txBody>
      </p:sp>
    </p:spTree>
    <p:extLst>
      <p:ext uri="{BB962C8B-B14F-4D97-AF65-F5344CB8AC3E}">
        <p14:creationId xmlns:p14="http://schemas.microsoft.com/office/powerpoint/2010/main" val="817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1BBAB04-4F34-4C8C-A029-AF3C48F98866}"/>
              </a:ext>
            </a:extLst>
          </p:cNvPr>
          <p:cNvSpPr txBox="1">
            <a:spLocks/>
          </p:cNvSpPr>
          <p:nvPr/>
        </p:nvSpPr>
        <p:spPr>
          <a:xfrm>
            <a:off x="1981199" y="463324"/>
            <a:ext cx="902063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EVALUACIÓN Y SEGUIMIENTO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CF9B40-A57D-4E7E-90E9-313A213D685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633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Indicadores: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- Compost producido.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- Familias vinculadas.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Instrumentos: observación directa, registro fotográfico, testimonios orales y escritos, socialización.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2262E93-23D4-4207-BDCC-870532BD53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34" r="12291"/>
          <a:stretch/>
        </p:blipFill>
        <p:spPr>
          <a:xfrm>
            <a:off x="7206342" y="1480912"/>
            <a:ext cx="3846287" cy="290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22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6581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DE75A5-E3CE-48EC-ADFF-0A3DF5A77B8C}"/>
              </a:ext>
            </a:extLst>
          </p:cNvPr>
          <p:cNvSpPr txBox="1">
            <a:spLocks/>
          </p:cNvSpPr>
          <p:nvPr/>
        </p:nvSpPr>
        <p:spPr>
          <a:xfrm>
            <a:off x="2227943" y="21658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RESULTADOS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AAA638-49F1-4EB4-8FCF-C0B817D0B4A4}"/>
              </a:ext>
            </a:extLst>
          </p:cNvPr>
          <p:cNvSpPr txBox="1">
            <a:spLocks/>
          </p:cNvSpPr>
          <p:nvPr/>
        </p:nvSpPr>
        <p:spPr>
          <a:xfrm>
            <a:off x="413657" y="1222829"/>
            <a:ext cx="11618686" cy="5041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Ambientales: reducción de residuos, abono natural.</a:t>
            </a:r>
          </a:p>
          <a:p>
            <a:pPr marL="342900" marR="0" lvl="0" indent="-342900" algn="l" defTabSz="4572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Pedagógicos: integración curricular.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Sociales: conciencia ambiental.</a:t>
            </a:r>
          </a:p>
          <a:p>
            <a:pPr marL="342900" marR="0" lvl="0" indent="-342900" algn="l" defTabSz="4572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Productivos: utilización </a:t>
            </a:r>
            <a:r>
              <a:rPr lang="es-CO" dirty="0">
                <a:solidFill>
                  <a:sysClr val="windowText" lastClr="000000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en la sede </a:t>
            </a: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y comercialización de compost (en proceso).</a:t>
            </a:r>
          </a:p>
        </p:txBody>
      </p:sp>
    </p:spTree>
    <p:extLst>
      <p:ext uri="{BB962C8B-B14F-4D97-AF65-F5344CB8AC3E}">
        <p14:creationId xmlns:p14="http://schemas.microsoft.com/office/powerpoint/2010/main" val="2500770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517CB20-59D4-49DB-89D9-E1942E827B37}"/>
              </a:ext>
            </a:extLst>
          </p:cNvPr>
          <p:cNvSpPr txBox="1">
            <a:spLocks/>
          </p:cNvSpPr>
          <p:nvPr/>
        </p:nvSpPr>
        <p:spPr>
          <a:xfrm>
            <a:off x="2474686" y="30366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MADUREZ DEL PROYECTO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1BE839-801B-4642-BD50-F628C923FF8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73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Inicio en 2021 con capacitaciones.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Avances en instalación y mantenimiento.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Participación en ferias y exposiciones municipales.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Consolidación hacia 2026.</a:t>
            </a:r>
          </a:p>
        </p:txBody>
      </p:sp>
    </p:spTree>
    <p:extLst>
      <p:ext uri="{BB962C8B-B14F-4D97-AF65-F5344CB8AC3E}">
        <p14:creationId xmlns:p14="http://schemas.microsoft.com/office/powerpoint/2010/main" val="330331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78A913-A00B-494C-9D7A-10F5298DFB4A}"/>
              </a:ext>
            </a:extLst>
          </p:cNvPr>
          <p:cNvSpPr txBox="1">
            <a:spLocks/>
          </p:cNvSpPr>
          <p:nvPr/>
        </p:nvSpPr>
        <p:spPr>
          <a:xfrm>
            <a:off x="457199" y="274638"/>
            <a:ext cx="109655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TRANSFERENCIA Y SOSTENIBILIDAD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E3B0A0-62EF-45B1-9153-AAFD465B6DDC}"/>
              </a:ext>
            </a:extLst>
          </p:cNvPr>
          <p:cNvSpPr txBox="1">
            <a:spLocks/>
          </p:cNvSpPr>
          <p:nvPr/>
        </p:nvSpPr>
        <p:spPr>
          <a:xfrm>
            <a:off x="304800" y="1600200"/>
            <a:ext cx="1177108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Transferencia: guías, protocolos, talleres replicables.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Sostenibilidad: recursos materiales, humanos y alianzas.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Estrategia: mantenimiento, capacitaciones, socialización.</a:t>
            </a:r>
          </a:p>
        </p:txBody>
      </p:sp>
    </p:spTree>
    <p:extLst>
      <p:ext uri="{BB962C8B-B14F-4D97-AF65-F5344CB8AC3E}">
        <p14:creationId xmlns:p14="http://schemas.microsoft.com/office/powerpoint/2010/main" val="206779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4DAD5-0B39-41B9-B35C-882489D995D2}"/>
              </a:ext>
            </a:extLst>
          </p:cNvPr>
          <p:cNvSpPr txBox="1">
            <a:spLocks/>
          </p:cNvSpPr>
          <p:nvPr/>
        </p:nvSpPr>
        <p:spPr>
          <a:xfrm>
            <a:off x="1763486" y="1603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INNOVACIÓN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A8C083-47F5-4CE2-8EFC-A15CDC5B1E1C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2848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Registro e informes.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Participación estudiantil activa.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Integración con ferias de ciencia.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Proyección hacia comercialización.</a:t>
            </a:r>
          </a:p>
        </p:txBody>
      </p:sp>
    </p:spTree>
    <p:extLst>
      <p:ext uri="{BB962C8B-B14F-4D97-AF65-F5344CB8AC3E}">
        <p14:creationId xmlns:p14="http://schemas.microsoft.com/office/powerpoint/2010/main" val="217305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81914B-CBC4-43D1-ABB3-4E5B702F1B50}"/>
              </a:ext>
            </a:extLst>
          </p:cNvPr>
          <p:cNvSpPr txBox="1">
            <a:spLocks/>
          </p:cNvSpPr>
          <p:nvPr/>
        </p:nvSpPr>
        <p:spPr>
          <a:xfrm>
            <a:off x="2315028" y="1603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EVIDENCIAS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234F65-177A-44D9-83B1-E8420775A7AE}"/>
              </a:ext>
            </a:extLst>
          </p:cNvPr>
          <p:cNvSpPr txBox="1">
            <a:spLocks/>
          </p:cNvSpPr>
          <p:nvPr/>
        </p:nvSpPr>
        <p:spPr>
          <a:xfrm>
            <a:off x="468085" y="1303337"/>
            <a:ext cx="112558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Fotos del proceso.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Aplicación en huertas familiares y jardín de la Sede Bombonal.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Participación en experiencias significativas.</a:t>
            </a:r>
          </a:p>
        </p:txBody>
      </p:sp>
    </p:spTree>
    <p:extLst>
      <p:ext uri="{BB962C8B-B14F-4D97-AF65-F5344CB8AC3E}">
        <p14:creationId xmlns:p14="http://schemas.microsoft.com/office/powerpoint/2010/main" val="3056065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2C2C398-F98E-4EC2-82FB-FD6D2DB63057}"/>
              </a:ext>
            </a:extLst>
          </p:cNvPr>
          <p:cNvSpPr txBox="1">
            <a:spLocks/>
          </p:cNvSpPr>
          <p:nvPr/>
        </p:nvSpPr>
        <p:spPr>
          <a:xfrm>
            <a:off x="1719943" y="43905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CONCLUSIONES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9FEF9D-06F7-4E55-ACF9-DF6865F22FFF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51708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El proyecto transforma residuos en recursos.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Fortalece la conciencia ambiental.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Consolida una experiencia significativa.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</a:rPr>
              <a:t>Modelo sostenible y replicable en la región.</a:t>
            </a:r>
          </a:p>
        </p:txBody>
      </p:sp>
    </p:spTree>
    <p:extLst>
      <p:ext uri="{BB962C8B-B14F-4D97-AF65-F5344CB8AC3E}">
        <p14:creationId xmlns:p14="http://schemas.microsoft.com/office/powerpoint/2010/main" val="2903958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365</Words>
  <Application>Microsoft Office PowerPoint</Application>
  <PresentationFormat>Panorámica</PresentationFormat>
  <Paragraphs>69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Aharoni</vt:lpstr>
      <vt:lpstr>Aptos</vt:lpstr>
      <vt:lpstr>Aptos Display</vt:lpstr>
      <vt:lpstr>Arial</vt:lpstr>
      <vt:lpstr>Arial Black</vt:lpstr>
      <vt:lpstr>Calibri</vt:lpstr>
      <vt:lpstr>Tema de Office</vt:lpstr>
      <vt:lpstr>MEJOREMOS LA COMPOSTURA: APUESTA POR EL COMPOST</vt:lpstr>
      <vt:lpstr>CONTEXTO Y PROBLEMA</vt:lpstr>
      <vt:lpstr>ARTICULACIÓN AL PEI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Bombonal</cp:lastModifiedBy>
  <cp:revision>12</cp:revision>
  <dcterms:created xsi:type="dcterms:W3CDTF">2025-07-23T15:35:07Z</dcterms:created>
  <dcterms:modified xsi:type="dcterms:W3CDTF">2026-02-12T02:41:08Z</dcterms:modified>
</cp:coreProperties>
</file>