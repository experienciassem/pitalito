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ExyinJL3QWQ" TargetMode="Externa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C74360B-75D2-1EC6-EAD5-66A38414847E}"/>
              </a:ext>
            </a:extLst>
          </p:cNvPr>
          <p:cNvSpPr txBox="1"/>
          <p:nvPr/>
        </p:nvSpPr>
        <p:spPr>
          <a:xfrm>
            <a:off x="1589314" y="990601"/>
            <a:ext cx="8577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4000" b="1" dirty="0"/>
              <a:t>Investigando ando con energías alternativas y renovables </a:t>
            </a:r>
            <a:endParaRPr lang="es-CO" sz="40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B3CF02-9004-A4B1-2DF4-D40684275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808" y="0"/>
            <a:ext cx="1109010" cy="113211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92A2DB6-7DF8-EE5D-399E-7810CD41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2456" y="5601544"/>
            <a:ext cx="1897516" cy="5434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96AF866-27BB-54E0-EC81-CFAFB8544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37975"/>
            <a:ext cx="1175657" cy="117565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AC1AB02-0626-543A-9251-4DB12BEF0CE8}"/>
              </a:ext>
            </a:extLst>
          </p:cNvPr>
          <p:cNvSpPr txBox="1"/>
          <p:nvPr/>
        </p:nvSpPr>
        <p:spPr>
          <a:xfrm>
            <a:off x="2128156" y="2634343"/>
            <a:ext cx="72172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Por </a:t>
            </a:r>
          </a:p>
          <a:p>
            <a:pPr algn="ctr"/>
            <a:r>
              <a:rPr lang="es-CO" sz="2800" b="1" dirty="0"/>
              <a:t>HAROLD JOJOA ARGOTE</a:t>
            </a:r>
          </a:p>
          <a:p>
            <a:pPr algn="ctr"/>
            <a:r>
              <a:rPr lang="es-CO" sz="2800" b="1" dirty="0"/>
              <a:t>EDUARDO GUZMÁN OLIVEROS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17C176-1B45-1DB8-8727-AA1A1D8D50ED}"/>
              </a:ext>
            </a:extLst>
          </p:cNvPr>
          <p:cNvSpPr txBox="1"/>
          <p:nvPr/>
        </p:nvSpPr>
        <p:spPr>
          <a:xfrm>
            <a:off x="2128156" y="4482404"/>
            <a:ext cx="7217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/>
              <a:t>INSTITUCIÓN EDUCATIVA MUNICIPAL LICEO SUR ANDINO</a:t>
            </a:r>
          </a:p>
          <a:p>
            <a:pPr algn="ctr"/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49A09A2-ADBA-0C21-4F2D-BE74F4B7741E}"/>
              </a:ext>
            </a:extLst>
          </p:cNvPr>
          <p:cNvSpPr txBox="1"/>
          <p:nvPr/>
        </p:nvSpPr>
        <p:spPr>
          <a:xfrm>
            <a:off x="3331029" y="1012371"/>
            <a:ext cx="6379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1B3C2F-3901-C6BC-55CB-60ACF7262D19}"/>
              </a:ext>
            </a:extLst>
          </p:cNvPr>
          <p:cNvSpPr txBox="1"/>
          <p:nvPr/>
        </p:nvSpPr>
        <p:spPr>
          <a:xfrm>
            <a:off x="1534886" y="1872343"/>
            <a:ext cx="81751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dirty="0"/>
              <a:t>El proyecto de energías alternativas en la IEM Liceo Sur Andino busca responder a las necesidades de la comunidad educativa mediante el uso de energías limpias y sostenibles. A través de un enfoque pedagógico innovador, fortalecemos competencias científicas, tecnológicas y ambientales en nuestros estudiantes, promoviendo soluciones reales a problemáticas del contexto.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A6968F6-EC72-E7AC-FA55-5DD1C7ED9973}"/>
              </a:ext>
            </a:extLst>
          </p:cNvPr>
          <p:cNvSpPr txBox="1"/>
          <p:nvPr/>
        </p:nvSpPr>
        <p:spPr>
          <a:xfrm>
            <a:off x="2563585" y="6257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PROBLEMÁTICA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A24019-518E-7001-23D1-8D4E34C25DCB}"/>
              </a:ext>
            </a:extLst>
          </p:cNvPr>
          <p:cNvSpPr txBox="1"/>
          <p:nvPr/>
        </p:nvSpPr>
        <p:spPr>
          <a:xfrm>
            <a:off x="1333498" y="1333658"/>
            <a:ext cx="95250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/>
              <a:t>Problemática</a:t>
            </a:r>
            <a:r>
              <a:rPr lang="es-419" sz="2800" dirty="0"/>
              <a:t/>
            </a:r>
            <a:br>
              <a:rPr lang="es-419" sz="2800" dirty="0"/>
            </a:br>
            <a:r>
              <a:rPr lang="es-419" sz="2800" dirty="0"/>
              <a:t>La comunidad enfrenta dos retos principales: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Pedagógico:</a:t>
            </a:r>
            <a:r>
              <a:rPr lang="es-419" sz="2800" dirty="0"/>
              <a:t> baja motivación y desinterés de los estudiantes, reflejado en incumplimiento de tareas, poca participación y alta reprobación.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Social:</a:t>
            </a:r>
            <a:r>
              <a:rPr lang="es-419" sz="2800" dirty="0"/>
              <a:t> altos costos de servicios públicos que consumen gran parte de los ingresos familiares, limitando el acceso a educación, salud y tecnología, lo que incrementa la deserción escolar.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F534-1C68-B3C4-1AEE-B5194DA3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0C55E62-76EB-E9F4-454C-A47F8F007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884A756-523F-58BA-A33B-46CD911D77A1}"/>
              </a:ext>
            </a:extLst>
          </p:cNvPr>
          <p:cNvSpPr txBox="1"/>
          <p:nvPr/>
        </p:nvSpPr>
        <p:spPr>
          <a:xfrm>
            <a:off x="2476500" y="6257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OBJETIVO GENERAL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B2E8A0-2B4D-4693-2E9B-887DE8BEDB1A}"/>
              </a:ext>
            </a:extLst>
          </p:cNvPr>
          <p:cNvSpPr txBox="1"/>
          <p:nvPr/>
        </p:nvSpPr>
        <p:spPr>
          <a:xfrm>
            <a:off x="1246413" y="1758201"/>
            <a:ext cx="9525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CO" sz="2800" b="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Desarrollar proyectos experimentales conducentes a mitigar el calentamiento climático, mediante energías alternativas; mostrando de manera práctica y ecológica procesos colectivos que conlleven a producir innovación tecnológica e investigación científica</a:t>
            </a:r>
            <a:r>
              <a:rPr lang="es-ES" sz="2800" b="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CO" sz="2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78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3D87-63C5-7AC4-B611-91CBB0D1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FBC915-D7AA-273E-A701-15EA5192B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F4B92D-1E13-9A24-FC1B-C22173E488C2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OBJETIVOS ESPECÍFICOS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89FB00-D21A-D138-5746-E5D418BAFF83}"/>
              </a:ext>
            </a:extLst>
          </p:cNvPr>
          <p:cNvSpPr txBox="1"/>
          <p:nvPr/>
        </p:nvSpPr>
        <p:spPr>
          <a:xfrm>
            <a:off x="468087" y="1203030"/>
            <a:ext cx="1108165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600" dirty="0"/>
              <a:t>Establecer un sistema de energías alternativas en aulas escolares rurales.</a:t>
            </a:r>
            <a:endParaRPr lang="es-CO" sz="2600" b="1" dirty="0"/>
          </a:p>
          <a:p>
            <a:r>
              <a:rPr lang="es-ES" sz="2600" dirty="0"/>
              <a:t> </a:t>
            </a:r>
            <a:endParaRPr lang="es-CO" sz="2600" b="1" dirty="0"/>
          </a:p>
          <a:p>
            <a:pPr algn="just"/>
            <a:r>
              <a:rPr lang="es-ES" sz="2600" dirty="0"/>
              <a:t>•	Contribuir a la preservación ambiental vinculando a la comunidad educativa como agente activo y crítico dentro del proceso educativo, generando motivación en los educandos y fortalecimiento de los contenidos propuestos en el plan de área.</a:t>
            </a:r>
            <a:endParaRPr lang="es-CO" sz="2600" b="1" dirty="0"/>
          </a:p>
          <a:p>
            <a:r>
              <a:rPr lang="es-ES" sz="2600" dirty="0"/>
              <a:t> </a:t>
            </a:r>
            <a:endParaRPr lang="es-CO" sz="2600" b="1" dirty="0"/>
          </a:p>
          <a:p>
            <a:pPr algn="just"/>
            <a:r>
              <a:rPr lang="es-ES" sz="2600" dirty="0"/>
              <a:t>•	Adaptar un modelo de estrategias Didácticas en proyectos </a:t>
            </a:r>
            <a:r>
              <a:rPr lang="es-ES" sz="2600" dirty="0" err="1"/>
              <a:t>ABPr</a:t>
            </a:r>
            <a:r>
              <a:rPr lang="es-ES" sz="2600" dirty="0"/>
              <a:t> para el fortalecimiento de competencias investigativas STEM en estudiantes de educación básica y media.</a:t>
            </a:r>
            <a:endParaRPr lang="es-CO" sz="2600" b="1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s-CO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03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6E45C-DCDA-7934-A3D2-042C05F4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4DC0BB-0C6F-C07B-1F22-3516640AD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7F497EE-82DF-F87E-9CC6-8538F17645C5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DESARROLLO EXPERIENCIA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35146B-0BD2-69FA-A058-9228157A4C61}"/>
              </a:ext>
            </a:extLst>
          </p:cNvPr>
          <p:cNvSpPr txBox="1"/>
          <p:nvPr/>
        </p:nvSpPr>
        <p:spPr>
          <a:xfrm>
            <a:off x="435428" y="1480104"/>
            <a:ext cx="1108165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Gestión de recursos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Compra de aerogenerador, inversor, batería, cables y bornes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Adecuación de dispositivos electrónicos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Capacitación a docentes en uso de kits de energías alternativas</a:t>
            </a:r>
          </a:p>
          <a:p>
            <a:pPr algn="just"/>
            <a:endParaRPr lang="es-CO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Imagen 13" descr="Edificio en medio de la calle&#10;&#10;El contenido generado por IA puede ser incorrecto.">
            <a:extLst>
              <a:ext uri="{FF2B5EF4-FFF2-40B4-BE49-F238E27FC236}">
                <a16:creationId xmlns:a16="http://schemas.microsoft.com/office/drawing/2014/main" id="{E752D26F-D401-7886-24CC-E00F76636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666392"/>
            <a:ext cx="4005943" cy="2353407"/>
          </a:xfrm>
          <a:prstGeom prst="rect">
            <a:avLst/>
          </a:prstGeom>
        </p:spPr>
      </p:pic>
      <p:pic>
        <p:nvPicPr>
          <p:cNvPr id="16" name="Imagen 15" descr="Edificio en frente de una casa&#10;&#10;El contenido generado por IA puede ser incorrecto.">
            <a:extLst>
              <a:ext uri="{FF2B5EF4-FFF2-40B4-BE49-F238E27FC236}">
                <a16:creationId xmlns:a16="http://schemas.microsoft.com/office/drawing/2014/main" id="{22AD8E21-5E0E-9800-3951-641CBEA6D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66392"/>
            <a:ext cx="4119033" cy="235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50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34E7-8BFC-0635-F97E-DFED2CFC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8E05534-8F72-F7DD-D9A4-63E6A3AC9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FDAACB5-8E46-F201-8909-05449BCD0E44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ESTADO DEL AVANCE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A59DC5-7E47-4F38-AEB0-395EE45CFC47}"/>
              </a:ext>
            </a:extLst>
          </p:cNvPr>
          <p:cNvSpPr txBox="1"/>
          <p:nvPr/>
        </p:nvSpPr>
        <p:spPr>
          <a:xfrm>
            <a:off x="435428" y="1480104"/>
            <a:ext cx="1108165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Proyecto en desarrollo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Implementación técnica en marcha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O" sz="2400" dirty="0"/>
              <a:t>Articulación con proyectos nodos de investigación (MEN, MINTIC, British Council)</a:t>
            </a:r>
          </a:p>
          <a:p>
            <a:pPr algn="just"/>
            <a:endParaRPr lang="es-CO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1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6A4C-1CEA-8818-C552-5C020FEC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94FA27-3FC4-6D71-314E-2663646EA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7076653-68DC-8A8F-E7BA-D099E7191004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/>
              <a:t>Participación en Concursos</a:t>
            </a:r>
            <a:endParaRPr lang="es-CO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4F64ED-2026-E36D-8413-C91AE4320AB2}"/>
              </a:ext>
            </a:extLst>
          </p:cNvPr>
          <p:cNvSpPr txBox="1"/>
          <p:nvPr/>
        </p:nvSpPr>
        <p:spPr>
          <a:xfrm>
            <a:off x="435428" y="1480104"/>
            <a:ext cx="110816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800" dirty="0"/>
              <a:t>Fundación Spencer USA – </a:t>
            </a:r>
            <a:r>
              <a:rPr lang="es-CO" altLang="es-CO" sz="2800" i="1" dirty="0"/>
              <a:t>Sur Andino Energy </a:t>
            </a:r>
            <a:r>
              <a:rPr lang="es-CO" altLang="es-CO" sz="2800" i="1" dirty="0" err="1"/>
              <a:t>Lab</a:t>
            </a:r>
            <a:r>
              <a:rPr lang="es-CO" altLang="es-CO" sz="2800" i="1" dirty="0"/>
              <a:t> 2025</a:t>
            </a:r>
            <a:endParaRPr lang="es-CO" altLang="es-CO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800" dirty="0"/>
              <a:t>BID </a:t>
            </a:r>
            <a:r>
              <a:rPr lang="es-CO" altLang="es-CO" sz="2800" dirty="0" err="1"/>
              <a:t>Socialab</a:t>
            </a:r>
            <a:r>
              <a:rPr lang="es-CO" altLang="es-CO" sz="2800" dirty="0"/>
              <a:t> Chile – </a:t>
            </a:r>
            <a:r>
              <a:rPr lang="es-CO" altLang="es-CO" sz="2800" i="1" dirty="0"/>
              <a:t>Inteligencia Artificial 2025</a:t>
            </a:r>
            <a:endParaRPr lang="es-CO" altLang="es-CO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800" dirty="0"/>
              <a:t>Olimpiadas STEM Colombia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800" dirty="0"/>
              <a:t>Convocatorias CPE Colombia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800" dirty="0"/>
              <a:t>Día de la Inteligencia Artificial</a:t>
            </a:r>
          </a:p>
          <a:p>
            <a:pPr algn="just"/>
            <a:endParaRPr lang="es-CO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09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D808-82C4-5DB9-4397-0F704AA0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9C9F7A2-B83A-80EB-3A40-2E0207F34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EBAD9A5-13FB-50BA-4FAC-2D6EA6460E6C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/>
              <a:t>Lecciones Aprendidas</a:t>
            </a:r>
            <a:endParaRPr lang="es-CO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BF5D46-909B-6740-777B-1B3BF8472890}"/>
              </a:ext>
            </a:extLst>
          </p:cNvPr>
          <p:cNvSpPr txBox="1"/>
          <p:nvPr/>
        </p:nvSpPr>
        <p:spPr>
          <a:xfrm>
            <a:off x="435428" y="1480104"/>
            <a:ext cx="1108165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3200" dirty="0"/>
              <a:t>Alta aceptación por estudiantes y comunidad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3200" dirty="0"/>
              <a:t>Impacto positivo en aprendizajes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3200" dirty="0"/>
              <a:t>Uso de software para simulación de energías renovables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3200" dirty="0"/>
              <a:t>Fomento del trabajo colaborativo e innovación</a:t>
            </a:r>
          </a:p>
          <a:p>
            <a:pPr algn="just"/>
            <a:endParaRPr lang="es-CO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4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0FFD-43DD-31E2-75A4-A8CEEF9E0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1392E1E-35BE-9D8A-3A69-23CE15D66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56D0C64-70D3-AFB9-88F9-E00DC8246E53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Proyección 2025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B604B0-C194-17E3-8F70-EADA9E4D48E7}"/>
              </a:ext>
            </a:extLst>
          </p:cNvPr>
          <p:cNvSpPr txBox="1"/>
          <p:nvPr/>
        </p:nvSpPr>
        <p:spPr>
          <a:xfrm>
            <a:off x="435428" y="1480104"/>
            <a:ext cx="1108165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O" dirty="0"/>
              <a:t>·  </a:t>
            </a:r>
            <a:r>
              <a:rPr lang="es-CO" sz="3200" dirty="0"/>
              <a:t>Desarrollo de 50 proyectos científicos </a:t>
            </a:r>
            <a:r>
              <a:rPr lang="es-CO" sz="3200" dirty="0" err="1"/>
              <a:t>ABPr</a:t>
            </a:r>
            <a:endParaRPr lang="es-CO" sz="3200" dirty="0"/>
          </a:p>
          <a:p>
            <a:pPr lvl="0"/>
            <a:r>
              <a:rPr lang="es-CO" sz="3200" dirty="0"/>
              <a:t>·  Potenciar competencias investigativas y computacionales</a:t>
            </a:r>
          </a:p>
          <a:p>
            <a:pPr lvl="0"/>
            <a:r>
              <a:rPr lang="es-CO" sz="3200" dirty="0"/>
              <a:t>·  Continuar con iniciativas STEM para solucionar problemas de la comunidad</a:t>
            </a:r>
          </a:p>
          <a:p>
            <a:pPr algn="just"/>
            <a:endParaRPr lang="es-CO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01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7EFC-B84F-A08B-7F0B-B3259936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312B4F9-C494-2A18-3189-F063F09B6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48843DE-0F41-301B-AB53-99D33F0BF9B7}"/>
              </a:ext>
            </a:extLst>
          </p:cNvPr>
          <p:cNvSpPr txBox="1"/>
          <p:nvPr/>
        </p:nvSpPr>
        <p:spPr>
          <a:xfrm>
            <a:off x="2443842" y="247572"/>
            <a:ext cx="7064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/>
              <a:t>Evidencias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C6DC55-A8EE-6F93-95B0-B5E0E6359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16" y="1055324"/>
            <a:ext cx="5173843" cy="413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0F5C800-DB93-CBB4-9FA7-B875E250B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759" y="955458"/>
            <a:ext cx="5268413" cy="42370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D2A6FB2-BC8D-14C9-A887-2D833991784D}"/>
              </a:ext>
            </a:extLst>
          </p:cNvPr>
          <p:cNvSpPr txBox="1"/>
          <p:nvPr/>
        </p:nvSpPr>
        <p:spPr>
          <a:xfrm>
            <a:off x="1545772" y="5446052"/>
            <a:ext cx="6204856" cy="82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s-CO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 video </a:t>
            </a:r>
            <a:r>
              <a:rPr lang="es-CO" sz="16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s-CO" sz="1800" b="1" u="sng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https://www.youtube.com/watch?v=ExyinJL3QWQ</a:t>
            </a:r>
            <a:endParaRPr lang="es-CO" sz="12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64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D1B69-B3A2-E24A-E0BB-A4D17284B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1CCC61-5740-CB92-F810-2B22A2D5A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478" t="28035" r="2437" b="9386"/>
          <a:stretch>
            <a:fillRect/>
          </a:stretch>
        </p:blipFill>
        <p:spPr>
          <a:xfrm>
            <a:off x="1066801" y="365125"/>
            <a:ext cx="9339941" cy="602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4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03CC2-B6C8-453E-DAEF-2D2C728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5D85483-5ADC-5B9A-6804-9CAF6B09B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701" t="30880" r="607" b="8977"/>
          <a:stretch>
            <a:fillRect/>
          </a:stretch>
        </p:blipFill>
        <p:spPr>
          <a:xfrm>
            <a:off x="2035629" y="794657"/>
            <a:ext cx="8120742" cy="560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47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3368</TotalTime>
  <Words>269</Words>
  <Application>Microsoft Office PowerPoint</Application>
  <PresentationFormat>Panorámica</PresentationFormat>
  <Paragraphs>46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14</cp:revision>
  <dcterms:created xsi:type="dcterms:W3CDTF">2025-07-23T15:35:07Z</dcterms:created>
  <dcterms:modified xsi:type="dcterms:W3CDTF">2026-06-10T19:37:39Z</dcterms:modified>
</cp:coreProperties>
</file>