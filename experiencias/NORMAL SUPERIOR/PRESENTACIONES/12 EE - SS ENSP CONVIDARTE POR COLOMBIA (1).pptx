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16/06/2026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4.jpeg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5.jpeg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6.jpeg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7.jpeg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8.jpeg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9.jpeg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1.jpeg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2.jpeg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3.jpeg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zoraida.ordonez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4400" b="1" dirty="0">
                <a:solidFill>
                  <a:schemeClr val="tx1"/>
                </a:solidFill>
              </a:rPr>
              <a:t>CONVIDARTE POR COLOMBIA EN PAZ</a:t>
            </a:r>
          </a:p>
          <a:p>
            <a:pPr algn="r"/>
            <a:r>
              <a:rPr lang="es-CO" dirty="0">
                <a:solidFill>
                  <a:schemeClr val="tx1"/>
                </a:solidFill>
              </a:rPr>
              <a:t>ALEXER ZORAYDA ORDOÑEZ CRUZ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0277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“Convidarte por Colombia en Paz” se sustenta en el paradigma cualitativo y en el enfoque sociocrítico, coherente con el Proyecto Educativo Institucional (PEI) de la Normal Superior de Pitalito, que orienta los procesos educativos hacia la formación de ciudadanos críticos, participativos y comprometidos con su territorio.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Reconoce la pluriculturalidad como una, estrategia de formación ciudadana, potenciando la creatividad, la resiliencia y competencias socioemocionales para una convivencia escolar basada en valores democráticos y culturales. Integra la formación ciudadana como eje transversal que permite a los estudiantes reconocer la historia, cultura y geografía, proyectando su acción en la transformación social.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Metodológicamente, aplica pedagogía activa e investigación formativa, usando el aula para preparación conceptual, el territorio como escenario de práctica y la comunidad educativa como mediadora, evaluando integralmente con herramientas cuantitativas y cualitativas.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86" y="2294000"/>
            <a:ext cx="5288281" cy="375919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responde a la necesidad de superar la enseñanza fragmentada y desmotivadora en la sede secundaria, afectada por condiciones socioeconómicas que limitan la exploración de territorio nacional, dificultando el fortalecimiento de identidad cultural y competencias ciudadanas.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Está alineada con el PEI, que busca un enfoque socio-crítico y humanista, fomentando prácticas pedagógicas interdisciplinarias, </a:t>
            </a:r>
            <a:r>
              <a:rPr lang="es-MX" b="0" i="0" dirty="0" err="1">
                <a:effectLst/>
                <a:latin typeface="fkGroteskNeue"/>
              </a:rPr>
              <a:t>explorativas</a:t>
            </a:r>
            <a:r>
              <a:rPr lang="es-MX" b="0" i="0" dirty="0">
                <a:effectLst/>
                <a:latin typeface="fkGroteskNeue"/>
              </a:rPr>
              <a:t> y vivenciales que conectan al estudiante con la realidad local y nacional, beneficiando estudiantes, docentes, familias y la comunidad local involucrada.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52172D-F3C2-4286-F0CE-210680DADAE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012" y="2149360"/>
            <a:ext cx="5397973" cy="404848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5451773"/>
              </p:ext>
            </p:extLst>
          </p:nvPr>
        </p:nvGraphicFramePr>
        <p:xfrm>
          <a:off x="1828800" y="10290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5638800" y="2506980"/>
            <a:ext cx="6080760" cy="387445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s-MX" b="0" i="0" dirty="0">
                <a:effectLst/>
                <a:latin typeface="fkGroteskNeue"/>
              </a:rPr>
              <a:t>Los objetivos de la experiencia están claramente alineados con las acciones y resultados: se busca promover aprendizaje significativo mediante recorridos interdisciplinarios (objetivo general), planear y organizar expediciones pedagógicas, desarrollarlas y evaluar integralmente el proceso. </a:t>
            </a:r>
          </a:p>
          <a:p>
            <a:pPr marL="0" indent="0">
              <a:buFont typeface="Arial"/>
              <a:buNone/>
            </a:pPr>
            <a:r>
              <a:rPr lang="es-MX" b="0" i="0" dirty="0">
                <a:effectLst/>
                <a:latin typeface="fkGroteskNeue"/>
              </a:rPr>
              <a:t>Estas acciones permiten lograr resultados como el fortalecimiento de competencias ciudadanas, motivación práctica, valoración cultural e histórica, y reducción de reprobación, evidenciando coherencia entre planteamientos y logros.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77DCE06-F1EC-51A2-C27E-0564FDA798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8" y="2312353"/>
            <a:ext cx="4023361" cy="406908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153921"/>
            <a:ext cx="5059680" cy="38201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ha logrado actualización y mejora continua a través de evaluaciones integrales con análisis cuantitativos y cualitativos, ajustando itinerarios, incorporando temáticas nuevas y fortaleciendo la interdisciplinariedad.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retroalimentación constante ha llevado a innovar en metodologías, instrumentos de enseñanza y evaluación, consolidando la pertinencia y eficacia pedagógica a lo largo de más de 12 años de implementación.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DAB16A1-7D71-A353-2E35-CBC3576C50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2" y="2245359"/>
            <a:ext cx="5215462" cy="39115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988821"/>
            <a:ext cx="5913120" cy="42059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comunidad educativa participa activamente en todas las fases del proyecto: docentes diseñan itinerarios y criterios evaluativos, estudiantes asumen roles activos en proyectos y registros visuales, padres participan en comités logísticos y financieros, y directivos avalan y apoyan la implementación.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Esta participación amplia y comprometida promueve sentido de pertenencia y fortalecimiento de la experiencia en la Normal Superior de Pitalito.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EB6EC61-2A62-3708-FBA9-B165697CA51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2076134"/>
            <a:ext cx="4968239" cy="372617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2332037"/>
            <a:ext cx="5303520" cy="339883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emplea una metodología integral que combina observación sistemática, registros audiovisuales, entrevistas, encuestas, listas de chequeo y diarios de campo, además de rúbricas que valoran dimensiones cognitiva, actitudinal y procedimental.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seguimiento sistemático permite monitorear aprendizajes y percepciones sobre el impacto socioemocional, ajustando la experiencia según resultados autorreflexivos para mantener su relevancia y mejora continua.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36D4FEC-D171-181A-0793-A32D24197B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079" y="2346642"/>
            <a:ext cx="5993216" cy="349758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011681"/>
            <a:ext cx="5410200" cy="4160202"/>
          </a:xfrm>
        </p:spPr>
        <p:txBody>
          <a:bodyPr>
            <a:normAutofit fontScale="92500" lnSpcReduction="10000"/>
          </a:bodyPr>
          <a:lstStyle/>
          <a:p>
            <a:r>
              <a:rPr lang="es-MX" b="0" i="0" dirty="0">
                <a:effectLst/>
                <a:latin typeface="fkGroteskNeue"/>
              </a:rPr>
              <a:t>Mayor motivación y participación estudiantil.</a:t>
            </a:r>
          </a:p>
          <a:p>
            <a:r>
              <a:rPr lang="es-MX" b="0" i="0" dirty="0">
                <a:effectLst/>
                <a:latin typeface="fkGroteskNeue"/>
              </a:rPr>
              <a:t>Fortalecimiento de competencias ciudadanas.</a:t>
            </a:r>
          </a:p>
          <a:p>
            <a:r>
              <a:rPr lang="es-MX" b="0" i="0" dirty="0">
                <a:effectLst/>
                <a:latin typeface="fkGroteskNeue"/>
              </a:rPr>
              <a:t>Mejor convivencia y sentido de pertenencia.</a:t>
            </a:r>
          </a:p>
          <a:p>
            <a:r>
              <a:rPr lang="es-MX" b="0" i="0" dirty="0">
                <a:effectLst/>
                <a:latin typeface="fkGroteskNeue"/>
              </a:rPr>
              <a:t>Mejora en la lectura del territorio y pensamiento crítico.</a:t>
            </a:r>
          </a:p>
          <a:p>
            <a:r>
              <a:rPr lang="es-MX" b="0" i="0" dirty="0">
                <a:effectLst/>
                <a:latin typeface="fkGroteskNeue"/>
              </a:rPr>
              <a:t>Proyección del liderazgo normalista en escenarios locales y nacionales.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68D95F9-95C9-FD16-BB0B-050F3EB5D2DC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62" y="1897699"/>
            <a:ext cx="2612304" cy="34830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CB56FFC-4E1F-0580-32A5-EAA9E08F2337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683" y="3116707"/>
            <a:ext cx="2970691" cy="33829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662" y="2174877"/>
            <a:ext cx="4321658" cy="38598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se replica mediante talleres docentes, socialización de documentales y exposiciones, elaboración y entrega de cuadernillos guía, e informes periódicos a directivos.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Fuera de la institución, se difunde en universidades y encuentros formativos, y en redes sociales y medios digitales, facilitando la adaptación por otros niveles y escenarios educativos, consolidando su replicabilidad y adaptabilidad.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A51D9C-5748-70AF-5006-3DE568EC22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470" y="2053610"/>
            <a:ext cx="4528308" cy="434975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20" y="2171701"/>
            <a:ext cx="5516880" cy="41224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Se garantiza la continuidad mediante la integración activa de estudiantes, docentes, directivos y familias, con comités de apoyo financiero y logístico además de estudiantes multiplicadores. La coherencia con el PEI y misión institucional fortalece la estrategia educativa, complementada con difusión continua por medios y redes sociales. 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Un esquema de gestión con aportes financieros diversos y recursos técnicos y humanos, además de actualización permanente de itinerarios y contenidos, asegura la relevancia y mejora continua.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6A7B31-171A-28D9-B81B-14F1C0CE61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5" y="2095069"/>
            <a:ext cx="5480413" cy="411031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160" y="2103121"/>
            <a:ext cx="5471160" cy="39773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La experiencia innova con la integración de interdisciplinariedad, transversalidad y pedagogía activa, combinando actividades teóricas con prácticas territoriales.</a:t>
            </a:r>
          </a:p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Incorpora recursos tecnológicos (redes sociales, plataformas) y no tecnológicos (instrumentos musicales, documentales, visitas arqueológicas), facilitando un aprendizaje multisensorial que potencia creatividad, investigación y colaboración. Transforma la enseñanza tradicional en un modelo integral y replicable.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5663D07-9268-C720-6408-F92FB1BDE8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321" y="2042263"/>
            <a:ext cx="4671102" cy="397732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dirty="0"/>
              <a:t>: </a:t>
            </a:r>
            <a:r>
              <a:rPr lang="es-CO" b="0" i="0" dirty="0">
                <a:effectLst/>
                <a:latin typeface="fkGroteskNeue"/>
              </a:rPr>
              <a:t>ALEXER ZORAYDA ORDOÑEZ CRUZ</a:t>
            </a:r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b="1" i="0" dirty="0">
                <a:effectLst/>
                <a:latin typeface="fkGroteskNeue"/>
                <a:hlinkClick r:id="rId8"/>
              </a:rPr>
              <a:t>zoraida.ordonez@normalpitalito.edu.co</a:t>
            </a:r>
            <a:endParaRPr lang="es-CO" b="1" i="0" dirty="0">
              <a:effectLst/>
              <a:latin typeface="fkGroteskNeue"/>
            </a:endParaRPr>
          </a:p>
          <a:p>
            <a:pPr marL="0" indent="0" algn="ctr">
              <a:buNone/>
            </a:pPr>
            <a:r>
              <a:rPr b="1" dirty="0" err="1"/>
              <a:t>Teléfono</a:t>
            </a:r>
            <a:r>
              <a:rPr dirty="0"/>
              <a:t> </a:t>
            </a:r>
            <a:r>
              <a:rPr lang="es-CO" b="0" i="0" dirty="0">
                <a:effectLst/>
                <a:latin typeface="fkGroteskNeue"/>
              </a:rPr>
              <a:t>3133238343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797</Words>
  <Application>Microsoft Office PowerPoint</Application>
  <PresentationFormat>Panorámica</PresentationFormat>
  <Paragraphs>43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19</cp:revision>
  <dcterms:created xsi:type="dcterms:W3CDTF">2025-07-23T15:35:07Z</dcterms:created>
  <dcterms:modified xsi:type="dcterms:W3CDTF">2026-06-16T16:51:52Z</dcterms:modified>
</cp:coreProperties>
</file>