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jpe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7.jpe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8.jpe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169920" y="319547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>
                <a:solidFill>
                  <a:schemeClr val="tx1"/>
                </a:solidFill>
              </a:rPr>
              <a:t>TERTULIA LITERARIA</a:t>
            </a:r>
            <a:r>
              <a:rPr lang="es-MX" dirty="0"/>
              <a:t>: Entre Tinta y Letras</a:t>
            </a:r>
          </a:p>
          <a:p>
            <a:r>
              <a:rPr lang="es-CO" dirty="0"/>
              <a:t>Ivonne López </a:t>
            </a:r>
            <a:r>
              <a:rPr lang="es-CO" dirty="0" err="1"/>
              <a:t>Aluma</a:t>
            </a: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8116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947" y="2212988"/>
            <a:ext cx="7284720" cy="37487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Se fundamenta en la necesidad de fortalecer los procesos de lectura, escritura y oralidad en estudiantes de básica primaria y maestros en formación del PFC.</a:t>
            </a:r>
          </a:p>
          <a:p>
            <a:pPr marL="0" indent="0">
              <a:buNone/>
            </a:pPr>
            <a:r>
              <a:rPr lang="es-MX" dirty="0"/>
              <a:t>Se articula al PEI institucional, que busca formar docentes críticos, reflexivos y competentes, en consonancia con los Lineamientos Curriculares de Lengua Castellana del MEN, el Plan Nacional de Lectura y Escritura (PNLE) y las políticas de calidad educativa. </a:t>
            </a:r>
          </a:p>
          <a:p>
            <a:pPr marL="0" indent="0">
              <a:buNone/>
            </a:pPr>
            <a:r>
              <a:rPr lang="es-MX" dirty="0"/>
              <a:t>Se enmarca en referentes pedagógicos constructivistas y socioculturales que promueven el aprendizaje significativo, la metacognición y el pensamiento crítico.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50CE194-B49A-5194-943D-DEE8687835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3" t="17231" r="29265" b="20650"/>
          <a:stretch/>
        </p:blipFill>
        <p:spPr>
          <a:xfrm>
            <a:off x="7505700" y="1999470"/>
            <a:ext cx="4739640" cy="41757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780" y="1985722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La experiencia responde a la problemática identificada en los bajos niveles de comprensión lectora y competencias comunicativas en estudiantes de primaria y en docentes en formación, situación que repercute en la calidad educativa. Aporta soluciones alineadas con las políticas públicas de </a:t>
            </a:r>
            <a:r>
              <a:rPr lang="es-MX" b="1" dirty="0"/>
              <a:t>mejoramiento de competencias básicas</a:t>
            </a:r>
            <a:r>
              <a:rPr lang="es-MX" dirty="0"/>
              <a:t>, promueve la equidad entre contextos urbanos y rurales, y fortalece la práctica pedagógica de los futuros maestros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499362" y="2334505"/>
            <a:ext cx="4160520" cy="434537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MX" dirty="0"/>
              <a:t>Existe una relación coherente entre objetivos, acciones y resultados: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Objetivo:</a:t>
            </a:r>
            <a:r>
              <a:rPr lang="es-MX" dirty="0"/>
              <a:t> mejorar la comprensión lectora, el pensamiento crítico y la práctica pedagógica.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Acciones:</a:t>
            </a:r>
            <a:r>
              <a:rPr lang="es-MX" dirty="0"/>
              <a:t> tertulias literarias, festivales de escritura, aplicación de rúbricas y diagnósticos de lectura.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Resultados:</a:t>
            </a:r>
            <a:r>
              <a:rPr lang="es-MX" dirty="0"/>
              <a:t> incremento del hábito lector, fortalecimiento de competencias lingüísticas y reconocimiento institucional.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BF90646-5AE4-28A4-E106-7DEC400008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1" t="22392" r="-375" b="25870"/>
          <a:stretch/>
        </p:blipFill>
        <p:spPr>
          <a:xfrm>
            <a:off x="4964682" y="2468879"/>
            <a:ext cx="6736811" cy="373380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5369" y="206914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Durante más de cinco años de implementación, la experiencia ha demostrado capacidad de actualización y mejora continua. Ha incorporado nuevas cohortes del PFC, reorganizado sus metodologías en función de los diagnósticos semestrales y articulado recursos bibliográficos físicos y digitales para responder a los cambios del contexto educativo.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882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MX" dirty="0"/>
              <a:t>La comunidad educativa ha participado activamente: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Estudiantes de primaria:</a:t>
            </a:r>
            <a:r>
              <a:rPr lang="es-MX" dirty="0"/>
              <a:t> como beneficiarios directos de las estrategias lectoras.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Docentes en formación del PFC:</a:t>
            </a:r>
            <a:r>
              <a:rPr lang="es-MX" dirty="0"/>
              <a:t> como mediadores pedagógicos.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Docentes titulares:</a:t>
            </a:r>
            <a:r>
              <a:rPr lang="es-MX" dirty="0"/>
              <a:t> como acompañantes y evaluadores.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Directivos:</a:t>
            </a:r>
            <a:r>
              <a:rPr lang="es-MX" dirty="0"/>
              <a:t> brindando apoyo institucional y garantizando la articulación con el PEI.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8333"/>
            <a:ext cx="633984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MX" dirty="0"/>
              <a:t>La evaluación se desarrolla con enfoque mixto: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Cualitativo:</a:t>
            </a:r>
            <a:r>
              <a:rPr lang="es-MX" dirty="0"/>
              <a:t> tertulias, sustentaciones orales, diarios de campo y redacción.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Cuantitativo:</a:t>
            </a:r>
            <a:r>
              <a:rPr lang="es-MX" dirty="0"/>
              <a:t> pruebas escritas, rúbricas y análisis comparativos.</a:t>
            </a:r>
            <a:br>
              <a:rPr lang="es-MX" dirty="0"/>
            </a:br>
            <a:r>
              <a:rPr lang="es-MX" dirty="0"/>
              <a:t>El seguimiento se realiza por semestres, con retroalimentación permanente y socialización en encuentros pedagógicos.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B44ABF4-03E2-945D-A154-F6C851329B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2" t="5110" r="30333" b="31787"/>
          <a:stretch/>
        </p:blipFill>
        <p:spPr>
          <a:xfrm>
            <a:off x="7115592" y="2388333"/>
            <a:ext cx="4238208" cy="38481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7402" y="2152410"/>
            <a:ext cx="5312258" cy="4349750"/>
          </a:xfrm>
        </p:spPr>
        <p:txBody>
          <a:bodyPr>
            <a:normAutofit fontScale="77500" lnSpcReduction="20000"/>
          </a:bodyPr>
          <a:lstStyle/>
          <a:p>
            <a:r>
              <a:rPr lang="es-MX" dirty="0"/>
              <a:t>Aumento del gusto y hábito lector.</a:t>
            </a:r>
          </a:p>
          <a:p>
            <a:r>
              <a:rPr lang="es-MX" dirty="0"/>
              <a:t>Mejora en la producción oral y escrita.</a:t>
            </a:r>
          </a:p>
          <a:p>
            <a:r>
              <a:rPr lang="es-MX" dirty="0"/>
              <a:t>Desarrollo del pensamiento crítico.</a:t>
            </a:r>
          </a:p>
          <a:p>
            <a:r>
              <a:rPr lang="es-MX" dirty="0"/>
              <a:t>Fortalecimiento de la práctica investigativa del PFC.</a:t>
            </a:r>
          </a:p>
          <a:p>
            <a:r>
              <a:rPr lang="es-MX" dirty="0"/>
              <a:t>Reconocimiento en ferias académicas y encuentros pedagógicos.</a:t>
            </a:r>
          </a:p>
          <a:p>
            <a:r>
              <a:rPr lang="es-MX" dirty="0"/>
              <a:t>Posibilidad de replicar la experiencia en otros contextos educativos.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A531F47-3162-3831-4872-B4FB730926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" t="16889" r="10500"/>
          <a:stretch/>
        </p:blipFill>
        <p:spPr>
          <a:xfrm>
            <a:off x="1188700" y="2135426"/>
            <a:ext cx="5312259" cy="38653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940" y="214884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La metodología puede adaptarse en otras instituciones urbanas y rurales, a nivel municipal y departamental. Sus estrategias de tertulias, festivales y rúbricas de evaluación constituyen prácticas replicables y transferibles a distintos escenarios educativos.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989138"/>
            <a:ext cx="5638800" cy="4525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s-MX" dirty="0"/>
              <a:t>La sostenibilidad se garantiza mediante: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Articulación al PEI y plan lector institucional.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Inclusión permanente de nuevas cohortes del PFC.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Acceso a colecciones bibliográficas físicas y digitales.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Respaldo de directivos y docentes de la ENSP.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66F4311-8DA9-AE2A-FDC6-F2080DFCEB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0" t="8667" r="12834" b="7569"/>
          <a:stretch/>
        </p:blipFill>
        <p:spPr>
          <a:xfrm>
            <a:off x="685799" y="2106771"/>
            <a:ext cx="4838681" cy="409860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0312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MX" dirty="0"/>
              <a:t>La experiencia integra elementos innovadores 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Convertir la lectura en una práctica cultural y colectiva.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Incorporar festivales literarios y olimpiadas como espacios formativos.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Utilizar rúbricas y diagnósticos comparativos entre contextos urbanos y rurales.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Vincular la práctica pedagógica investigativa del PFC con la realidad educativa local.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s-CO" b="1" dirty="0"/>
              <a:t>Responsable:</a:t>
            </a:r>
            <a:r>
              <a:rPr lang="es-CO" dirty="0"/>
              <a:t> Ivonne López </a:t>
            </a:r>
            <a:r>
              <a:rPr lang="es-CO" dirty="0" err="1"/>
              <a:t>Aluma</a:t>
            </a:r>
            <a:r>
              <a:rPr lang="es-CO" dirty="0"/>
              <a:t/>
            </a:r>
            <a:br>
              <a:rPr lang="es-CO" dirty="0"/>
            </a:br>
            <a:r>
              <a:rPr lang="es-CO" b="1" dirty="0"/>
              <a:t>Correo:</a:t>
            </a:r>
            <a:r>
              <a:rPr lang="es-CO" dirty="0"/>
              <a:t> ivonnelopezaluma3@gmail.com</a:t>
            </a:r>
            <a:br>
              <a:rPr lang="es-CO" dirty="0"/>
            </a:br>
            <a:r>
              <a:rPr lang="es-CO" b="1" dirty="0"/>
              <a:t>Teléfono:</a:t>
            </a:r>
            <a:r>
              <a:rPr lang="es-CO" dirty="0"/>
              <a:t> 3176798434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565</Words>
  <Application>Microsoft Office PowerPoint</Application>
  <PresentationFormat>Panorámica</PresentationFormat>
  <Paragraphs>51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14</cp:revision>
  <dcterms:created xsi:type="dcterms:W3CDTF">2025-07-23T15:35:07Z</dcterms:created>
  <dcterms:modified xsi:type="dcterms:W3CDTF">2026-02-20T14:09:40Z</dcterms:modified>
</cp:coreProperties>
</file>