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92" r:id="rId13"/>
    <p:sldId id="291" r:id="rId14"/>
    <p:sldId id="293" r:id="rId15"/>
    <p:sldId id="268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93" d="100"/>
          <a:sy n="93" d="100"/>
        </p:scale>
        <p:origin x="1272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 custLinFactNeighborX="-2166" custLinFactNeighborY="98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MX" b="1" dirty="0"/>
            <a:t>EVIDENCIAS</a:t>
          </a:r>
          <a:endParaRPr lang="es-CO" b="1" dirty="0"/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MX" b="1" dirty="0"/>
            <a:t>EVIDENCIAS</a:t>
          </a:r>
          <a:endParaRPr lang="es-CO" b="1" dirty="0"/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MX" b="1" dirty="0"/>
            <a:t>EVIDENCIAS</a:t>
          </a:r>
          <a:endParaRPr lang="es-CO" b="1" dirty="0"/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FUNDAMENTACIÓN</a:t>
          </a:r>
        </a:p>
      </dsp:txBody>
      <dsp:txXfrm>
        <a:off x="55687" y="56812"/>
        <a:ext cx="8118226" cy="10293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PERTINENCIA</a:t>
          </a:r>
        </a:p>
      </dsp:txBody>
      <dsp:txXfrm>
        <a:off x="55687" y="56812"/>
        <a:ext cx="8118226" cy="1029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CONSISTENCIA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2242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MADUREZ</a:t>
          </a:r>
        </a:p>
      </dsp:txBody>
      <dsp:txXfrm>
        <a:off x="55687" y="57929"/>
        <a:ext cx="8118226" cy="10293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EMPODERAMIENTO</a:t>
          </a:r>
        </a:p>
      </dsp:txBody>
      <dsp:txXfrm>
        <a:off x="55687" y="56812"/>
        <a:ext cx="8118226" cy="10293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92385"/>
          <a:ext cx="8229600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200" b="1" kern="1200" dirty="0"/>
            <a:t>EVALUACIÓN Y SEGUIMIENTO</a:t>
          </a:r>
        </a:p>
      </dsp:txBody>
      <dsp:txXfrm>
        <a:off x="46777" y="139162"/>
        <a:ext cx="8136046" cy="8646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RESULTADOS</a:t>
          </a:r>
        </a:p>
      </dsp:txBody>
      <dsp:txXfrm>
        <a:off x="55687" y="56812"/>
        <a:ext cx="8118226" cy="10293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TRANSFERENCIAS</a:t>
          </a:r>
        </a:p>
      </dsp:txBody>
      <dsp:txXfrm>
        <a:off x="55687" y="56812"/>
        <a:ext cx="8118226" cy="10293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SOSTENIBILIDAD</a:t>
          </a:r>
        </a:p>
      </dsp:txBody>
      <dsp:txXfrm>
        <a:off x="55687" y="55687"/>
        <a:ext cx="8118226" cy="10293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INNOVACIÓN</a:t>
          </a:r>
        </a:p>
      </dsp:txBody>
      <dsp:txXfrm>
        <a:off x="55687" y="56812"/>
        <a:ext cx="8118226" cy="102937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EVIDENCIAS</a:t>
          </a:r>
          <a:endParaRPr lang="es-CO" sz="5000" b="1" kern="1200" dirty="0"/>
        </a:p>
      </dsp:txBody>
      <dsp:txXfrm>
        <a:off x="55687" y="55687"/>
        <a:ext cx="8118226" cy="102937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EVIDENCIAS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EVIDENCIAS</a:t>
          </a:r>
          <a:endParaRPr lang="es-CO" sz="5000" b="1" kern="1200" dirty="0"/>
        </a:p>
      </dsp:txBody>
      <dsp:txXfrm>
        <a:off x="55687" y="55687"/>
        <a:ext cx="8118226" cy="102937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CRÉDITOS Y CONTACTO</a:t>
          </a:r>
        </a:p>
      </dsp:txBody>
      <dsp:txXfrm>
        <a:off x="55687" y="56812"/>
        <a:ext cx="8118226" cy="1029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5.gif"/><Relationship Id="rId5" Type="http://schemas.openxmlformats.org/officeDocument/2006/relationships/diagramQuickStyle" Target="../diagrams/quickStyle1.xml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6.png"/><Relationship Id="rId5" Type="http://schemas.openxmlformats.org/officeDocument/2006/relationships/diagramQuickStyle" Target="../diagrams/quickStyle2.xml"/><Relationship Id="rId10" Type="http://schemas.microsoft.com/office/2007/relationships/hdphoto" Target="../media/hdphoto1.wdp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7.png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4.xml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8.png"/><Relationship Id="rId5" Type="http://schemas.openxmlformats.org/officeDocument/2006/relationships/diagramQuickStyle" Target="../diagrams/quickStyle5.xml"/><Relationship Id="rId10" Type="http://schemas.microsoft.com/office/2007/relationships/hdphoto" Target="../media/hdphoto1.wdp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9.png"/><Relationship Id="rId5" Type="http://schemas.openxmlformats.org/officeDocument/2006/relationships/diagramQuickStyle" Target="../diagrams/quickStyle7.xml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10.png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11.png"/><Relationship Id="rId5" Type="http://schemas.openxmlformats.org/officeDocument/2006/relationships/diagramQuickStyle" Target="../diagrams/quickStyle9.xml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12.png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11" Type="http://schemas.openxmlformats.org/officeDocument/2006/relationships/image" Target="../media/image13.jpg"/><Relationship Id="rId5" Type="http://schemas.openxmlformats.org/officeDocument/2006/relationships/diagramQuickStyle" Target="../diagrams/quickStyle11.xml"/><Relationship Id="rId10" Type="http://schemas.microsoft.com/office/2007/relationships/hdphoto" Target="../media/hdphoto1.wdp"/><Relationship Id="rId4" Type="http://schemas.openxmlformats.org/officeDocument/2006/relationships/diagramLayout" Target="../diagrams/layout11.xml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11" Type="http://schemas.openxmlformats.org/officeDocument/2006/relationships/image" Target="../media/image14.jpeg"/><Relationship Id="rId5" Type="http://schemas.openxmlformats.org/officeDocument/2006/relationships/diagramQuickStyle" Target="../diagrams/quickStyle12.xml"/><Relationship Id="rId10" Type="http://schemas.microsoft.com/office/2007/relationships/hdphoto" Target="../media/hdphoto1.wdp"/><Relationship Id="rId4" Type="http://schemas.openxmlformats.org/officeDocument/2006/relationships/diagramLayout" Target="../diagrams/layout12.xml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11" Type="http://schemas.openxmlformats.org/officeDocument/2006/relationships/image" Target="../media/image15.jpeg"/><Relationship Id="rId5" Type="http://schemas.openxmlformats.org/officeDocument/2006/relationships/diagramQuickStyle" Target="../diagrams/quickStyle13.xml"/><Relationship Id="rId10" Type="http://schemas.microsoft.com/office/2007/relationships/hdphoto" Target="../media/hdphoto1.wdp"/><Relationship Id="rId4" Type="http://schemas.openxmlformats.org/officeDocument/2006/relationships/diagramLayout" Target="../diagrams/layout13.xml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14.xml"/><Relationship Id="rId10" Type="http://schemas.microsoft.com/office/2007/relationships/hdphoto" Target="../media/hdphoto1.wdp"/><Relationship Id="rId4" Type="http://schemas.openxmlformats.org/officeDocument/2006/relationships/diagramLayout" Target="../diagrams/layout14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  <a:p>
            <a:pPr>
              <a:spcBef>
                <a:spcPts val="0"/>
              </a:spcBef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3169920" y="3195479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: Proyecto Plan de Lectura, Escritura y Oralidad “LEO”</a:t>
            </a:r>
          </a:p>
          <a:p>
            <a:endParaRPr lang="es-MX" dirty="0"/>
          </a:p>
          <a:p>
            <a:r>
              <a:rPr lang="es-CO" dirty="0"/>
              <a:t>Nancy Pascuas</a:t>
            </a:r>
            <a:endParaRPr lang="es-CO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4E63683-E74D-E204-8EC0-166979E802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58" b="98032" l="4114" r="98390">
                        <a14:foregroundMark x1="53488" y1="73524" x2="52415" y2="95528"/>
                        <a14:foregroundMark x1="89445" y1="73524" x2="85510" y2="80143"/>
                        <a14:foregroundMark x1="90340" y1="74240" x2="90340" y2="74240"/>
                        <a14:foregroundMark x1="91234" y1="74061" x2="91234" y2="74061"/>
                        <a14:foregroundMark x1="92129" y1="72272" x2="92129" y2="72272"/>
                        <a14:foregroundMark x1="64937" y1="87657" x2="69946" y2="90519"/>
                        <a14:foregroundMark x1="61002" y1="86762" x2="77639" y2="91592"/>
                        <a14:foregroundMark x1="57603" y1="84973" x2="70483" y2="87657"/>
                        <a14:foregroundMark x1="63685" y1="48658" x2="56708" y2="75134"/>
                        <a14:foregroundMark x1="52773" y1="52057" x2="50268" y2="90519"/>
                        <a14:foregroundMark x1="52415" y1="47943" x2="50268" y2="79785"/>
                        <a14:foregroundMark x1="43649" y1="47048" x2="43649" y2="78175"/>
                        <a14:foregroundMark x1="36315" y1="65474" x2="48837" y2="47406"/>
                        <a14:foregroundMark x1="37388" y1="63148" x2="59571" y2="49732"/>
                        <a14:foregroundMark x1="45438" y1="71556" x2="53309" y2="49016"/>
                        <a14:foregroundMark x1="49732" y1="67800" x2="48658" y2="52952"/>
                        <a14:foregroundMark x1="56530" y1="71914" x2="61538" y2="54562"/>
                        <a14:foregroundMark x1="53131" y1="72272" x2="55277" y2="57603"/>
                        <a14:foregroundMark x1="55277" y1="57603" x2="63685" y2="45081"/>
                        <a14:foregroundMark x1="57066" y1="72630" x2="59750" y2="58497"/>
                        <a14:foregroundMark x1="59750" y1="58497" x2="64580" y2="49732"/>
                        <a14:foregroundMark x1="56351" y1="66726" x2="69767" y2="48301"/>
                        <a14:foregroundMark x1="56530" y1="61538" x2="67442" y2="51699"/>
                        <a14:foregroundMark x1="58676" y1="54562" x2="58676" y2="54562"/>
                        <a14:foregroundMark x1="61538" y1="50984" x2="62612" y2="61181"/>
                        <a14:foregroundMark x1="76923" y1="8945" x2="88730" y2="24866"/>
                        <a14:foregroundMark x1="88730" y1="24866" x2="91055" y2="26297"/>
                        <a14:foregroundMark x1="91413" y1="28623" x2="80680" y2="15921"/>
                        <a14:foregroundMark x1="80680" y1="15921" x2="79606" y2="12165"/>
                        <a14:foregroundMark x1="88551" y1="30054" x2="81932" y2="21109"/>
                        <a14:foregroundMark x1="86583" y1="29696" x2="81574" y2="22540"/>
                        <a14:foregroundMark x1="87299" y1="16279" x2="90519" y2="30769"/>
                        <a14:foregroundMark x1="81574" y1="23256" x2="88551" y2="31485"/>
                        <a14:foregroundMark x1="77996" y1="3936" x2="84615" y2="22004"/>
                        <a14:foregroundMark x1="79785" y1="9302" x2="61717" y2="11449"/>
                        <a14:foregroundMark x1="61717" y1="11449" x2="61181" y2="13059"/>
                        <a14:foregroundMark x1="67442" y1="11986" x2="82648" y2="24150"/>
                        <a14:foregroundMark x1="82648" y1="24150" x2="83005" y2="25045"/>
                        <a14:foregroundMark x1="62791" y1="8408" x2="77996" y2="4830"/>
                        <a14:foregroundMark x1="77996" y1="4830" x2="81216" y2="10376"/>
                        <a14:foregroundMark x1="79785" y1="6977" x2="89267" y2="358"/>
                        <a14:foregroundMark x1="81395" y1="5903" x2="91950" y2="2862"/>
                        <a14:foregroundMark x1="88014" y1="15564" x2="98390" y2="22004"/>
                        <a14:foregroundMark x1="56172" y1="9839" x2="72451" y2="4651"/>
                        <a14:foregroundMark x1="72451" y1="4651" x2="79785" y2="6082"/>
                        <a14:foregroundMark x1="79606" y1="7156" x2="62612" y2="8408"/>
                        <a14:foregroundMark x1="56887" y1="10018" x2="72809" y2="4293"/>
                        <a14:foregroundMark x1="63148" y1="7156" x2="78175" y2="5725"/>
                        <a14:foregroundMark x1="78175" y1="5725" x2="79785" y2="7513"/>
                        <a14:foregroundMark x1="76029" y1="5903" x2="72093" y2="4293"/>
                        <a14:foregroundMark x1="71020" y1="3041" x2="71020" y2="3041"/>
                        <a14:foregroundMark x1="66726" y1="4830" x2="66726" y2="4830"/>
                        <a14:foregroundMark x1="55277" y1="35599" x2="61181" y2="26476"/>
                        <a14:foregroundMark x1="45796" y1="45796" x2="69767" y2="894"/>
                        <a14:foregroundMark x1="69767" y1="894" x2="69767" y2="894"/>
                        <a14:foregroundMark x1="23256" y1="83005" x2="10197" y2="61538"/>
                        <a14:foregroundMark x1="10197" y1="61538" x2="7871" y2="45438"/>
                        <a14:foregroundMark x1="7871" y1="45438" x2="11628" y2="30590"/>
                        <a14:foregroundMark x1="24866" y1="84794" x2="8766" y2="64043"/>
                        <a14:foregroundMark x1="8766" y1="64043" x2="7871" y2="47585"/>
                        <a14:foregroundMark x1="7871" y1="47585" x2="10018" y2="39177"/>
                        <a14:foregroundMark x1="26118" y1="85689" x2="7871" y2="62970"/>
                        <a14:foregroundMark x1="7871" y1="62970" x2="6440" y2="47048"/>
                        <a14:foregroundMark x1="6440" y1="47048" x2="7692" y2="40608"/>
                        <a14:foregroundMark x1="11449" y1="69589" x2="11449" y2="69589"/>
                        <a14:foregroundMark x1="6977" y1="63148" x2="14490" y2="73703"/>
                        <a14:foregroundMark x1="4293" y1="60286" x2="10018" y2="69410"/>
                        <a14:foregroundMark x1="9302" y1="25581" x2="10376" y2="37746"/>
                        <a14:foregroundMark x1="23614" y1="71020" x2="19320" y2="46691"/>
                        <a14:foregroundMark x1="28086" y1="85510" x2="13059" y2="76923"/>
                        <a14:foregroundMark x1="13059" y1="76923" x2="11807" y2="74240"/>
                        <a14:foregroundMark x1="40429" y1="92487" x2="22182" y2="87478"/>
                        <a14:foregroundMark x1="48122" y1="95170" x2="34168" y2="98032"/>
                        <a14:foregroundMark x1="39714" y1="93918" x2="27370" y2="89803"/>
                        <a14:foregroundMark x1="25045" y1="86047" x2="12343" y2="76208"/>
                        <a14:foregroundMark x1="87299" y1="75492" x2="92665" y2="59213"/>
                        <a14:foregroundMark x1="92665" y1="59213" x2="91055" y2="36673"/>
                        <a14:foregroundMark x1="11449" y1="51699" x2="17531" y2="28086"/>
                        <a14:foregroundMark x1="17531" y1="28086" x2="31485" y2="16100"/>
                        <a14:foregroundMark x1="31485" y1="16100" x2="50089" y2="10912"/>
                        <a14:foregroundMark x1="50089" y1="10912" x2="55098" y2="118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45496" y="4481958"/>
            <a:ext cx="1748250" cy="17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687987"/>
              </p:ext>
            </p:extLst>
          </p:nvPr>
        </p:nvGraphicFramePr>
        <p:xfrm>
          <a:off x="1645920" y="8962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D4A5C096-6613-91A7-ACAC-4E983A9B13E6}"/>
              </a:ext>
            </a:extLst>
          </p:cNvPr>
          <p:cNvSpPr txBox="1">
            <a:spLocks/>
          </p:cNvSpPr>
          <p:nvPr/>
        </p:nvSpPr>
        <p:spPr>
          <a:xfrm>
            <a:off x="2720908" y="2189535"/>
            <a:ext cx="6746924" cy="435133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600" b="1" i="1" dirty="0">
                <a:solidFill>
                  <a:srgbClr val="002060"/>
                </a:solidFill>
              </a:rPr>
              <a:t>Experiencia inscrita en el PEI página 109.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sz="1600" b="1" i="1" dirty="0">
                <a:solidFill>
                  <a:srgbClr val="000066"/>
                </a:solidFill>
              </a:rPr>
              <a:t>Articulada con la misión y visión.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sz="1600" dirty="0"/>
              <a:t>Formación  de maestros:  líderes, con conciencia ambiental, investigadores, transformadores de la realidad, </a:t>
            </a:r>
            <a:r>
              <a:rPr lang="es-MX" sz="1600" dirty="0" err="1"/>
              <a:t>propiciantes</a:t>
            </a:r>
            <a:r>
              <a:rPr lang="es-MX" sz="1600" dirty="0"/>
              <a:t> de la inclusión social desde procesos de procesos de compresión lectora, escritura y expresión oral coherente, reflexiva y propositiva.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sz="1600" b="1" dirty="0">
                <a:solidFill>
                  <a:srgbClr val="000066"/>
                </a:solidFill>
              </a:rPr>
              <a:t>Contexto</a:t>
            </a:r>
            <a:r>
              <a:rPr lang="es-MX" sz="16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sz="1600" dirty="0"/>
              <a:t> Identificación de situaciones a través diagnósticos académicos, pruebas internas, externas, cotidianidad escolar.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sz="1600" b="1" dirty="0">
                <a:solidFill>
                  <a:srgbClr val="000066"/>
                </a:solidFill>
              </a:rPr>
              <a:t>Referencias teóricas, metodológicas y conceptuales con los líderes de la experiencia</a:t>
            </a:r>
            <a:r>
              <a:rPr lang="es-MX" sz="1600" dirty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sz="1600" dirty="0"/>
              <a:t>Referentes de calidad.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sz="1600" dirty="0"/>
              <a:t>Autores como Isabel Solé, Delia Lerner, Jim Trelease, Vygotsky, Cassany, Teresa Serafini, </a:t>
            </a:r>
            <a:r>
              <a:rPr lang="es-MX" sz="1600" dirty="0" err="1"/>
              <a:t>Gianny</a:t>
            </a:r>
            <a:r>
              <a:rPr lang="es-MX" sz="1600" dirty="0"/>
              <a:t> Rodari y autores de literatura infantil, juvenil y demás.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sz="1600" dirty="0"/>
              <a:t>Estrategias de lectura: predicción, conocimientos previos, motivación, inferencia, cognitiva, complementación, parafraseo, muestreo, en voz alta, compartida, etc.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03A3FF2-546B-0B57-9B76-F5394A48EF3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7310"/>
            <a:ext cx="2720908" cy="220614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7F1B456-2297-40DA-5A41-51307E49EB4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8" b="98032" l="4114" r="98390">
                        <a14:foregroundMark x1="53488" y1="73524" x2="52415" y2="95528"/>
                        <a14:foregroundMark x1="89445" y1="73524" x2="85510" y2="80143"/>
                        <a14:foregroundMark x1="90340" y1="74240" x2="90340" y2="74240"/>
                        <a14:foregroundMark x1="91234" y1="74061" x2="91234" y2="74061"/>
                        <a14:foregroundMark x1="92129" y1="72272" x2="92129" y2="72272"/>
                        <a14:foregroundMark x1="64937" y1="87657" x2="69946" y2="90519"/>
                        <a14:foregroundMark x1="61002" y1="86762" x2="77639" y2="91592"/>
                        <a14:foregroundMark x1="57603" y1="84973" x2="70483" y2="87657"/>
                        <a14:foregroundMark x1="63685" y1="48658" x2="56708" y2="75134"/>
                        <a14:foregroundMark x1="52773" y1="52057" x2="50268" y2="90519"/>
                        <a14:foregroundMark x1="52415" y1="47943" x2="50268" y2="79785"/>
                        <a14:foregroundMark x1="43649" y1="47048" x2="43649" y2="78175"/>
                        <a14:foregroundMark x1="36315" y1="65474" x2="48837" y2="47406"/>
                        <a14:foregroundMark x1="37388" y1="63148" x2="59571" y2="49732"/>
                        <a14:foregroundMark x1="45438" y1="71556" x2="53309" y2="49016"/>
                        <a14:foregroundMark x1="49732" y1="67800" x2="48658" y2="52952"/>
                        <a14:foregroundMark x1="56530" y1="71914" x2="61538" y2="54562"/>
                        <a14:foregroundMark x1="53131" y1="72272" x2="55277" y2="57603"/>
                        <a14:foregroundMark x1="55277" y1="57603" x2="63685" y2="45081"/>
                        <a14:foregroundMark x1="57066" y1="72630" x2="59750" y2="58497"/>
                        <a14:foregroundMark x1="59750" y1="58497" x2="64580" y2="49732"/>
                        <a14:foregroundMark x1="56351" y1="66726" x2="69767" y2="48301"/>
                        <a14:foregroundMark x1="56530" y1="61538" x2="67442" y2="51699"/>
                        <a14:foregroundMark x1="58676" y1="54562" x2="58676" y2="54562"/>
                        <a14:foregroundMark x1="61538" y1="50984" x2="62612" y2="61181"/>
                        <a14:foregroundMark x1="76923" y1="8945" x2="88730" y2="24866"/>
                        <a14:foregroundMark x1="88730" y1="24866" x2="91055" y2="26297"/>
                        <a14:foregroundMark x1="91413" y1="28623" x2="80680" y2="15921"/>
                        <a14:foregroundMark x1="80680" y1="15921" x2="79606" y2="12165"/>
                        <a14:foregroundMark x1="88551" y1="30054" x2="81932" y2="21109"/>
                        <a14:foregroundMark x1="86583" y1="29696" x2="81574" y2="22540"/>
                        <a14:foregroundMark x1="87299" y1="16279" x2="90519" y2="30769"/>
                        <a14:foregroundMark x1="81574" y1="23256" x2="88551" y2="31485"/>
                        <a14:foregroundMark x1="77996" y1="3936" x2="84615" y2="22004"/>
                        <a14:foregroundMark x1="79785" y1="9302" x2="61717" y2="11449"/>
                        <a14:foregroundMark x1="61717" y1="11449" x2="61181" y2="13059"/>
                        <a14:foregroundMark x1="67442" y1="11986" x2="82648" y2="24150"/>
                        <a14:foregroundMark x1="82648" y1="24150" x2="83005" y2="25045"/>
                        <a14:foregroundMark x1="62791" y1="8408" x2="77996" y2="4830"/>
                        <a14:foregroundMark x1="77996" y1="4830" x2="81216" y2="10376"/>
                        <a14:foregroundMark x1="79785" y1="6977" x2="89267" y2="358"/>
                        <a14:foregroundMark x1="81395" y1="5903" x2="91950" y2="2862"/>
                        <a14:foregroundMark x1="88014" y1="15564" x2="98390" y2="22004"/>
                        <a14:foregroundMark x1="56172" y1="9839" x2="72451" y2="4651"/>
                        <a14:foregroundMark x1="72451" y1="4651" x2="79785" y2="6082"/>
                        <a14:foregroundMark x1="79606" y1="7156" x2="62612" y2="8408"/>
                        <a14:foregroundMark x1="56887" y1="10018" x2="72809" y2="4293"/>
                        <a14:foregroundMark x1="63148" y1="7156" x2="78175" y2="5725"/>
                        <a14:foregroundMark x1="78175" y1="5725" x2="79785" y2="7513"/>
                        <a14:foregroundMark x1="76029" y1="5903" x2="72093" y2="4293"/>
                        <a14:foregroundMark x1="71020" y1="3041" x2="71020" y2="3041"/>
                        <a14:foregroundMark x1="66726" y1="4830" x2="66726" y2="4830"/>
                        <a14:foregroundMark x1="55277" y1="35599" x2="61181" y2="26476"/>
                        <a14:foregroundMark x1="45796" y1="45796" x2="69767" y2="894"/>
                        <a14:foregroundMark x1="69767" y1="894" x2="69767" y2="894"/>
                        <a14:foregroundMark x1="23256" y1="83005" x2="10197" y2="61538"/>
                        <a14:foregroundMark x1="10197" y1="61538" x2="7871" y2="45438"/>
                        <a14:foregroundMark x1="7871" y1="45438" x2="11628" y2="30590"/>
                        <a14:foregroundMark x1="24866" y1="84794" x2="8766" y2="64043"/>
                        <a14:foregroundMark x1="8766" y1="64043" x2="7871" y2="47585"/>
                        <a14:foregroundMark x1="7871" y1="47585" x2="10018" y2="39177"/>
                        <a14:foregroundMark x1="26118" y1="85689" x2="7871" y2="62970"/>
                        <a14:foregroundMark x1="7871" y1="62970" x2="6440" y2="47048"/>
                        <a14:foregroundMark x1="6440" y1="47048" x2="7692" y2="40608"/>
                        <a14:foregroundMark x1="11449" y1="69589" x2="11449" y2="69589"/>
                        <a14:foregroundMark x1="6977" y1="63148" x2="14490" y2="73703"/>
                        <a14:foregroundMark x1="4293" y1="60286" x2="10018" y2="69410"/>
                        <a14:foregroundMark x1="9302" y1="25581" x2="10376" y2="37746"/>
                        <a14:foregroundMark x1="23614" y1="71020" x2="19320" y2="46691"/>
                        <a14:foregroundMark x1="28086" y1="85510" x2="13059" y2="76923"/>
                        <a14:foregroundMark x1="13059" y1="76923" x2="11807" y2="74240"/>
                        <a14:foregroundMark x1="40429" y1="92487" x2="22182" y2="87478"/>
                        <a14:foregroundMark x1="48122" y1="95170" x2="34168" y2="98032"/>
                        <a14:foregroundMark x1="39714" y1="93918" x2="27370" y2="89803"/>
                        <a14:foregroundMark x1="25045" y1="86047" x2="12343" y2="76208"/>
                        <a14:foregroundMark x1="87299" y1="75492" x2="92665" y2="59213"/>
                        <a14:foregroundMark x1="92665" y1="59213" x2="91055" y2="36673"/>
                        <a14:foregroundMark x1="11449" y1="51699" x2="17531" y2="28086"/>
                        <a14:foregroundMark x1="17531" y1="28086" x2="31485" y2="16100"/>
                        <a14:foregroundMark x1="31485" y1="16100" x2="50089" y2="10912"/>
                        <a14:foregroundMark x1="50089" y1="10912" x2="55098" y2="118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45496" y="4481958"/>
            <a:ext cx="1748250" cy="17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440A87F1-CCF0-6E03-05BD-F383D2D2720D}"/>
              </a:ext>
            </a:extLst>
          </p:cNvPr>
          <p:cNvSpPr txBox="1">
            <a:spLocks/>
          </p:cNvSpPr>
          <p:nvPr/>
        </p:nvSpPr>
        <p:spPr>
          <a:xfrm>
            <a:off x="1162960" y="2035396"/>
            <a:ext cx="8176925" cy="47070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La propuesta es pertinente porque responde a: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sz="3600" dirty="0"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s-MX" dirty="0"/>
              <a:t>El desarrollo de procesos de lectura, escritura, Fluidez en el discurso oral.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dirty="0"/>
              <a:t>Desarrollo del pensamiento.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dirty="0"/>
              <a:t>La Comunicación familiar.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dirty="0"/>
              <a:t>Espacios dedicados a escritura y lectura.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dirty="0"/>
              <a:t>Desarrollo de conciencia crítica.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dirty="0"/>
              <a:t>Producción textual.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sz="3600" dirty="0"/>
          </a:p>
          <a:p>
            <a:pPr marL="0" indent="0">
              <a:buFont typeface="Arial" panose="020B0604020202020204" pitchFamily="34" charset="0"/>
              <a:buNone/>
            </a:pPr>
            <a:endParaRPr lang="es-MX" sz="36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0BDC98C-3097-2293-9A20-A57EA2A2D05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23390" y="1725234"/>
            <a:ext cx="2856752" cy="2856752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A03BCA2-BE47-6550-CF15-1D10D483151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8" b="98032" l="4114" r="98390">
                        <a14:foregroundMark x1="53488" y1="73524" x2="52415" y2="95528"/>
                        <a14:foregroundMark x1="89445" y1="73524" x2="85510" y2="80143"/>
                        <a14:foregroundMark x1="90340" y1="74240" x2="90340" y2="74240"/>
                        <a14:foregroundMark x1="91234" y1="74061" x2="91234" y2="74061"/>
                        <a14:foregroundMark x1="92129" y1="72272" x2="92129" y2="72272"/>
                        <a14:foregroundMark x1="64937" y1="87657" x2="69946" y2="90519"/>
                        <a14:foregroundMark x1="61002" y1="86762" x2="77639" y2="91592"/>
                        <a14:foregroundMark x1="57603" y1="84973" x2="70483" y2="87657"/>
                        <a14:foregroundMark x1="63685" y1="48658" x2="56708" y2="75134"/>
                        <a14:foregroundMark x1="52773" y1="52057" x2="50268" y2="90519"/>
                        <a14:foregroundMark x1="52415" y1="47943" x2="50268" y2="79785"/>
                        <a14:foregroundMark x1="43649" y1="47048" x2="43649" y2="78175"/>
                        <a14:foregroundMark x1="36315" y1="65474" x2="48837" y2="47406"/>
                        <a14:foregroundMark x1="37388" y1="63148" x2="59571" y2="49732"/>
                        <a14:foregroundMark x1="45438" y1="71556" x2="53309" y2="49016"/>
                        <a14:foregroundMark x1="49732" y1="67800" x2="48658" y2="52952"/>
                        <a14:foregroundMark x1="56530" y1="71914" x2="61538" y2="54562"/>
                        <a14:foregroundMark x1="53131" y1="72272" x2="55277" y2="57603"/>
                        <a14:foregroundMark x1="55277" y1="57603" x2="63685" y2="45081"/>
                        <a14:foregroundMark x1="57066" y1="72630" x2="59750" y2="58497"/>
                        <a14:foregroundMark x1="59750" y1="58497" x2="64580" y2="49732"/>
                        <a14:foregroundMark x1="56351" y1="66726" x2="69767" y2="48301"/>
                        <a14:foregroundMark x1="56530" y1="61538" x2="67442" y2="51699"/>
                        <a14:foregroundMark x1="58676" y1="54562" x2="58676" y2="54562"/>
                        <a14:foregroundMark x1="61538" y1="50984" x2="62612" y2="61181"/>
                        <a14:foregroundMark x1="76923" y1="8945" x2="88730" y2="24866"/>
                        <a14:foregroundMark x1="88730" y1="24866" x2="91055" y2="26297"/>
                        <a14:foregroundMark x1="91413" y1="28623" x2="80680" y2="15921"/>
                        <a14:foregroundMark x1="80680" y1="15921" x2="79606" y2="12165"/>
                        <a14:foregroundMark x1="88551" y1="30054" x2="81932" y2="21109"/>
                        <a14:foregroundMark x1="86583" y1="29696" x2="81574" y2="22540"/>
                        <a14:foregroundMark x1="87299" y1="16279" x2="90519" y2="30769"/>
                        <a14:foregroundMark x1="81574" y1="23256" x2="88551" y2="31485"/>
                        <a14:foregroundMark x1="77996" y1="3936" x2="84615" y2="22004"/>
                        <a14:foregroundMark x1="79785" y1="9302" x2="61717" y2="11449"/>
                        <a14:foregroundMark x1="61717" y1="11449" x2="61181" y2="13059"/>
                        <a14:foregroundMark x1="67442" y1="11986" x2="82648" y2="24150"/>
                        <a14:foregroundMark x1="82648" y1="24150" x2="83005" y2="25045"/>
                        <a14:foregroundMark x1="62791" y1="8408" x2="77996" y2="4830"/>
                        <a14:foregroundMark x1="77996" y1="4830" x2="81216" y2="10376"/>
                        <a14:foregroundMark x1="79785" y1="6977" x2="89267" y2="358"/>
                        <a14:foregroundMark x1="81395" y1="5903" x2="91950" y2="2862"/>
                        <a14:foregroundMark x1="88014" y1="15564" x2="98390" y2="22004"/>
                        <a14:foregroundMark x1="56172" y1="9839" x2="72451" y2="4651"/>
                        <a14:foregroundMark x1="72451" y1="4651" x2="79785" y2="6082"/>
                        <a14:foregroundMark x1="79606" y1="7156" x2="62612" y2="8408"/>
                        <a14:foregroundMark x1="56887" y1="10018" x2="72809" y2="4293"/>
                        <a14:foregroundMark x1="63148" y1="7156" x2="78175" y2="5725"/>
                        <a14:foregroundMark x1="78175" y1="5725" x2="79785" y2="7513"/>
                        <a14:foregroundMark x1="76029" y1="5903" x2="72093" y2="4293"/>
                        <a14:foregroundMark x1="71020" y1="3041" x2="71020" y2="3041"/>
                        <a14:foregroundMark x1="66726" y1="4830" x2="66726" y2="4830"/>
                        <a14:foregroundMark x1="55277" y1="35599" x2="61181" y2="26476"/>
                        <a14:foregroundMark x1="45796" y1="45796" x2="69767" y2="894"/>
                        <a14:foregroundMark x1="69767" y1="894" x2="69767" y2="894"/>
                        <a14:foregroundMark x1="23256" y1="83005" x2="10197" y2="61538"/>
                        <a14:foregroundMark x1="10197" y1="61538" x2="7871" y2="45438"/>
                        <a14:foregroundMark x1="7871" y1="45438" x2="11628" y2="30590"/>
                        <a14:foregroundMark x1="24866" y1="84794" x2="8766" y2="64043"/>
                        <a14:foregroundMark x1="8766" y1="64043" x2="7871" y2="47585"/>
                        <a14:foregroundMark x1="7871" y1="47585" x2="10018" y2="39177"/>
                        <a14:foregroundMark x1="26118" y1="85689" x2="7871" y2="62970"/>
                        <a14:foregroundMark x1="7871" y1="62970" x2="6440" y2="47048"/>
                        <a14:foregroundMark x1="6440" y1="47048" x2="7692" y2="40608"/>
                        <a14:foregroundMark x1="11449" y1="69589" x2="11449" y2="69589"/>
                        <a14:foregroundMark x1="6977" y1="63148" x2="14490" y2="73703"/>
                        <a14:foregroundMark x1="4293" y1="60286" x2="10018" y2="69410"/>
                        <a14:foregroundMark x1="9302" y1="25581" x2="10376" y2="37746"/>
                        <a14:foregroundMark x1="23614" y1="71020" x2="19320" y2="46691"/>
                        <a14:foregroundMark x1="28086" y1="85510" x2="13059" y2="76923"/>
                        <a14:foregroundMark x1="13059" y1="76923" x2="11807" y2="74240"/>
                        <a14:foregroundMark x1="40429" y1="92487" x2="22182" y2="87478"/>
                        <a14:foregroundMark x1="48122" y1="95170" x2="34168" y2="98032"/>
                        <a14:foregroundMark x1="39714" y1="93918" x2="27370" y2="89803"/>
                        <a14:foregroundMark x1="25045" y1="86047" x2="12343" y2="76208"/>
                        <a14:foregroundMark x1="87299" y1="75492" x2="92665" y2="59213"/>
                        <a14:foregroundMark x1="92665" y1="59213" x2="91055" y2="36673"/>
                        <a14:foregroundMark x1="11449" y1="51699" x2="17531" y2="28086"/>
                        <a14:foregroundMark x1="17531" y1="28086" x2="31485" y2="16100"/>
                        <a14:foregroundMark x1="31485" y1="16100" x2="50089" y2="10912"/>
                        <a14:foregroundMark x1="50089" y1="10912" x2="55098" y2="118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45496" y="4554264"/>
            <a:ext cx="1675944" cy="167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51773"/>
              </p:ext>
            </p:extLst>
          </p:nvPr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E80FC245-7F6F-91CE-7783-9663EF87D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696" y="2438400"/>
            <a:ext cx="7341784" cy="448939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sz="2400" b="1" dirty="0">
                <a:solidFill>
                  <a:srgbClr val="002060"/>
                </a:solidFill>
              </a:rPr>
              <a:t>La propuesta ayuda a: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dirty="0"/>
              <a:t> La Construcción de sentido desde el lenguaje.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dirty="0"/>
              <a:t>Desarrollo de procesos de  lectura, escritura y oralidad, entendidas como  procesos sociales  para comprender el mundo.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dirty="0"/>
              <a:t>Desarrollo del pensamiento.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dirty="0"/>
              <a:t>Uso de estrategias de animación a la lectura, comprensión, producción de textos escritos y orales coherentes. Actividades lúdicas, creativas.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dirty="0"/>
              <a:t>Es una propuestas dinámica requiere de análisis y ajustes de</a:t>
            </a:r>
          </a:p>
          <a:p>
            <a:pPr marL="0" indent="0">
              <a:buNone/>
            </a:pPr>
            <a:r>
              <a:rPr lang="es-MX" dirty="0"/>
              <a:t>    forma permanente.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17C8E9-4FCE-8687-596B-EBC188FA28B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08720" y="2303736"/>
            <a:ext cx="2562786" cy="262667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9EECB89-954B-E19B-EA94-18B0B8D8C2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8" b="98032" l="4114" r="98390">
                        <a14:foregroundMark x1="53488" y1="73524" x2="52415" y2="95528"/>
                        <a14:foregroundMark x1="89445" y1="73524" x2="85510" y2="80143"/>
                        <a14:foregroundMark x1="90340" y1="74240" x2="90340" y2="74240"/>
                        <a14:foregroundMark x1="91234" y1="74061" x2="91234" y2="74061"/>
                        <a14:foregroundMark x1="92129" y1="72272" x2="92129" y2="72272"/>
                        <a14:foregroundMark x1="64937" y1="87657" x2="69946" y2="90519"/>
                        <a14:foregroundMark x1="61002" y1="86762" x2="77639" y2="91592"/>
                        <a14:foregroundMark x1="57603" y1="84973" x2="70483" y2="87657"/>
                        <a14:foregroundMark x1="63685" y1="48658" x2="56708" y2="75134"/>
                        <a14:foregroundMark x1="52773" y1="52057" x2="50268" y2="90519"/>
                        <a14:foregroundMark x1="52415" y1="47943" x2="50268" y2="79785"/>
                        <a14:foregroundMark x1="43649" y1="47048" x2="43649" y2="78175"/>
                        <a14:foregroundMark x1="36315" y1="65474" x2="48837" y2="47406"/>
                        <a14:foregroundMark x1="37388" y1="63148" x2="59571" y2="49732"/>
                        <a14:foregroundMark x1="45438" y1="71556" x2="53309" y2="49016"/>
                        <a14:foregroundMark x1="49732" y1="67800" x2="48658" y2="52952"/>
                        <a14:foregroundMark x1="56530" y1="71914" x2="61538" y2="54562"/>
                        <a14:foregroundMark x1="53131" y1="72272" x2="55277" y2="57603"/>
                        <a14:foregroundMark x1="55277" y1="57603" x2="63685" y2="45081"/>
                        <a14:foregroundMark x1="57066" y1="72630" x2="59750" y2="58497"/>
                        <a14:foregroundMark x1="59750" y1="58497" x2="64580" y2="49732"/>
                        <a14:foregroundMark x1="56351" y1="66726" x2="69767" y2="48301"/>
                        <a14:foregroundMark x1="56530" y1="61538" x2="67442" y2="51699"/>
                        <a14:foregroundMark x1="58676" y1="54562" x2="58676" y2="54562"/>
                        <a14:foregroundMark x1="61538" y1="50984" x2="62612" y2="61181"/>
                        <a14:foregroundMark x1="76923" y1="8945" x2="88730" y2="24866"/>
                        <a14:foregroundMark x1="88730" y1="24866" x2="91055" y2="26297"/>
                        <a14:foregroundMark x1="91413" y1="28623" x2="80680" y2="15921"/>
                        <a14:foregroundMark x1="80680" y1="15921" x2="79606" y2="12165"/>
                        <a14:foregroundMark x1="88551" y1="30054" x2="81932" y2="21109"/>
                        <a14:foregroundMark x1="86583" y1="29696" x2="81574" y2="22540"/>
                        <a14:foregroundMark x1="87299" y1="16279" x2="90519" y2="30769"/>
                        <a14:foregroundMark x1="81574" y1="23256" x2="88551" y2="31485"/>
                        <a14:foregroundMark x1="77996" y1="3936" x2="84615" y2="22004"/>
                        <a14:foregroundMark x1="79785" y1="9302" x2="61717" y2="11449"/>
                        <a14:foregroundMark x1="61717" y1="11449" x2="61181" y2="13059"/>
                        <a14:foregroundMark x1="67442" y1="11986" x2="82648" y2="24150"/>
                        <a14:foregroundMark x1="82648" y1="24150" x2="83005" y2="25045"/>
                        <a14:foregroundMark x1="62791" y1="8408" x2="77996" y2="4830"/>
                        <a14:foregroundMark x1="77996" y1="4830" x2="81216" y2="10376"/>
                        <a14:foregroundMark x1="79785" y1="6977" x2="89267" y2="358"/>
                        <a14:foregroundMark x1="81395" y1="5903" x2="91950" y2="2862"/>
                        <a14:foregroundMark x1="88014" y1="15564" x2="98390" y2="22004"/>
                        <a14:foregroundMark x1="56172" y1="9839" x2="72451" y2="4651"/>
                        <a14:foregroundMark x1="72451" y1="4651" x2="79785" y2="6082"/>
                        <a14:foregroundMark x1="79606" y1="7156" x2="62612" y2="8408"/>
                        <a14:foregroundMark x1="56887" y1="10018" x2="72809" y2="4293"/>
                        <a14:foregroundMark x1="63148" y1="7156" x2="78175" y2="5725"/>
                        <a14:foregroundMark x1="78175" y1="5725" x2="79785" y2="7513"/>
                        <a14:foregroundMark x1="76029" y1="5903" x2="72093" y2="4293"/>
                        <a14:foregroundMark x1="71020" y1="3041" x2="71020" y2="3041"/>
                        <a14:foregroundMark x1="66726" y1="4830" x2="66726" y2="4830"/>
                        <a14:foregroundMark x1="55277" y1="35599" x2="61181" y2="26476"/>
                        <a14:foregroundMark x1="45796" y1="45796" x2="69767" y2="894"/>
                        <a14:foregroundMark x1="69767" y1="894" x2="69767" y2="894"/>
                        <a14:foregroundMark x1="23256" y1="83005" x2="10197" y2="61538"/>
                        <a14:foregroundMark x1="10197" y1="61538" x2="7871" y2="45438"/>
                        <a14:foregroundMark x1="7871" y1="45438" x2="11628" y2="30590"/>
                        <a14:foregroundMark x1="24866" y1="84794" x2="8766" y2="64043"/>
                        <a14:foregroundMark x1="8766" y1="64043" x2="7871" y2="47585"/>
                        <a14:foregroundMark x1="7871" y1="47585" x2="10018" y2="39177"/>
                        <a14:foregroundMark x1="26118" y1="85689" x2="7871" y2="62970"/>
                        <a14:foregroundMark x1="7871" y1="62970" x2="6440" y2="47048"/>
                        <a14:foregroundMark x1="6440" y1="47048" x2="7692" y2="40608"/>
                        <a14:foregroundMark x1="11449" y1="69589" x2="11449" y2="69589"/>
                        <a14:foregroundMark x1="6977" y1="63148" x2="14490" y2="73703"/>
                        <a14:foregroundMark x1="4293" y1="60286" x2="10018" y2="69410"/>
                        <a14:foregroundMark x1="9302" y1="25581" x2="10376" y2="37746"/>
                        <a14:foregroundMark x1="23614" y1="71020" x2="19320" y2="46691"/>
                        <a14:foregroundMark x1="28086" y1="85510" x2="13059" y2="76923"/>
                        <a14:foregroundMark x1="13059" y1="76923" x2="11807" y2="74240"/>
                        <a14:foregroundMark x1="40429" y1="92487" x2="22182" y2="87478"/>
                        <a14:foregroundMark x1="48122" y1="95170" x2="34168" y2="98032"/>
                        <a14:foregroundMark x1="39714" y1="93918" x2="27370" y2="89803"/>
                        <a14:foregroundMark x1="25045" y1="86047" x2="12343" y2="76208"/>
                        <a14:foregroundMark x1="87299" y1="75492" x2="92665" y2="59213"/>
                        <a14:foregroundMark x1="92665" y1="59213" x2="91055" y2="36673"/>
                        <a14:foregroundMark x1="11449" y1="51699" x2="17531" y2="28086"/>
                        <a14:foregroundMark x1="17531" y1="28086" x2="31485" y2="16100"/>
                        <a14:foregroundMark x1="31485" y1="16100" x2="50089" y2="10912"/>
                        <a14:foregroundMark x1="50089" y1="10912" x2="55098" y2="118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45496" y="4554264"/>
            <a:ext cx="1675944" cy="167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7637063"/>
              </p:ext>
            </p:extLst>
          </p:nvPr>
        </p:nvGraphicFramePr>
        <p:xfrm>
          <a:off x="2159436" y="352934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64" y="5786068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2DEA02D-8815-BA65-6FF4-0368458F2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460303"/>
              </p:ext>
            </p:extLst>
          </p:nvPr>
        </p:nvGraphicFramePr>
        <p:xfrm>
          <a:off x="1397437" y="1495934"/>
          <a:ext cx="9174671" cy="5239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661">
                  <a:extLst>
                    <a:ext uri="{9D8B030D-6E8A-4147-A177-3AD203B41FA5}">
                      <a16:colId xmlns:a16="http://schemas.microsoft.com/office/drawing/2014/main" val="904324181"/>
                    </a:ext>
                  </a:extLst>
                </a:gridCol>
                <a:gridCol w="8319010">
                  <a:extLst>
                    <a:ext uri="{9D8B030D-6E8A-4147-A177-3AD203B41FA5}">
                      <a16:colId xmlns:a16="http://schemas.microsoft.com/office/drawing/2014/main" val="1330855039"/>
                    </a:ext>
                  </a:extLst>
                </a:gridCol>
              </a:tblGrid>
              <a:tr h="400955">
                <a:tc>
                  <a:txBody>
                    <a:bodyPr/>
                    <a:lstStyle/>
                    <a:p>
                      <a:pPr algn="ctr"/>
                      <a:r>
                        <a:rPr lang="es-MX" sz="2000" dirty="0"/>
                        <a:t>Año 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/>
                        <a:t>Eventos 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859108"/>
                  </a:ext>
                </a:extLst>
              </a:tr>
              <a:tr h="507876">
                <a:tc>
                  <a:txBody>
                    <a:bodyPr/>
                    <a:lstStyle/>
                    <a:p>
                      <a:r>
                        <a:rPr lang="es-MX" sz="1400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300" dirty="0"/>
                        <a:t>Inicio de la experiencia de Plan Lector. Actividades desde lengua castellana para recursos económicos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294137"/>
                  </a:ext>
                </a:extLst>
              </a:tr>
              <a:tr h="507876">
                <a:tc>
                  <a:txBody>
                    <a:bodyPr/>
                    <a:lstStyle/>
                    <a:p>
                      <a:r>
                        <a:rPr lang="es-MX" sz="1400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300" dirty="0"/>
                        <a:t>Cambio de coordinación de la experiencia. Impacto de la pandemia, publicación de la revista Goma, actividades virtuales.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686907"/>
                  </a:ext>
                </a:extLst>
              </a:tr>
              <a:tr h="507876">
                <a:tc>
                  <a:txBody>
                    <a:bodyPr/>
                    <a:lstStyle/>
                    <a:p>
                      <a:r>
                        <a:rPr lang="es-MX" sz="1400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300" dirty="0"/>
                        <a:t>Actividades virtuales, taller cuento al revés y participación a nivel nacional. Participación encuentro SEM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754383"/>
                  </a:ext>
                </a:extLst>
              </a:tr>
              <a:tr h="935562">
                <a:tc>
                  <a:txBody>
                    <a:bodyPr/>
                    <a:lstStyle/>
                    <a:p>
                      <a:r>
                        <a:rPr lang="es-MX" sz="1400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300" dirty="0"/>
                        <a:t>Publicación de revista Goma, reorganización, acompañamiento en aula,  elaboración de  materiales educativos, participación con servicio social. Ensanchamiento de la biblioteca con compra de libros para secundaria y formación complementaria con recursos de la institución. Participación encuentro SEM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607149"/>
                  </a:ext>
                </a:extLst>
              </a:tr>
              <a:tr h="721718">
                <a:tc>
                  <a:txBody>
                    <a:bodyPr/>
                    <a:lstStyle/>
                    <a:p>
                      <a:r>
                        <a:rPr lang="es-MX" sz="140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300" dirty="0"/>
                        <a:t>Propuesta y elaboración  de modelo de rutas en primaria, participación de estudiantes de servicio social,  publicación de revista. Compra de libros para primaria recursos  de la institución.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045504"/>
                  </a:ext>
                </a:extLst>
              </a:tr>
              <a:tr h="721718">
                <a:tc>
                  <a:txBody>
                    <a:bodyPr/>
                    <a:lstStyle/>
                    <a:p>
                      <a:r>
                        <a:rPr lang="es-MX" sz="140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300" dirty="0"/>
                        <a:t>Jornadas de exposiciones con productos de las actividades de la propuesta, acompañamiento, inclusión de servicio social y electiva de teatro. Compra de libros para primera con recursos de SEM Pitalito. Participación encuentro SEM.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002492"/>
                  </a:ext>
                </a:extLst>
              </a:tr>
              <a:tr h="935562">
                <a:tc>
                  <a:txBody>
                    <a:bodyPr/>
                    <a:lstStyle/>
                    <a:p>
                      <a:r>
                        <a:rPr lang="es-MX" sz="1400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300" dirty="0"/>
                        <a:t>Elaboración y publicación de la revista Goma aniversario Bodas de Brillantes, elaboración de rutas (planeaciones),  por periodos  con los materiales educativos: préstamo de libros, diapositivas, </a:t>
                      </a:r>
                      <a:r>
                        <a:rPr lang="es-MX" sz="1300" dirty="0" err="1"/>
                        <a:t>pdf</a:t>
                      </a:r>
                      <a:r>
                        <a:rPr lang="es-MX" sz="1300" dirty="0"/>
                        <a:t>. Apoyo de servicio social y estudiantes de electiva de teatro.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96401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EEF04674-2C2B-C4BC-41B7-B9AEC905860F}"/>
              </a:ext>
            </a:extLst>
          </p:cNvPr>
          <p:cNvSpPr txBox="1"/>
          <p:nvPr/>
        </p:nvSpPr>
        <p:spPr>
          <a:xfrm>
            <a:off x="2379588" y="1126602"/>
            <a:ext cx="7142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Línea de tiempo: experiencia de Lectura, Escritura y Oralidad: Plan Lector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14F6A64-582C-8B37-6817-5881C29C2AC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358" b="98032" l="4114" r="98390">
                        <a14:foregroundMark x1="53488" y1="73524" x2="52415" y2="95528"/>
                        <a14:foregroundMark x1="89445" y1="73524" x2="85510" y2="80143"/>
                        <a14:foregroundMark x1="90340" y1="74240" x2="90340" y2="74240"/>
                        <a14:foregroundMark x1="91234" y1="74061" x2="91234" y2="74061"/>
                        <a14:foregroundMark x1="92129" y1="72272" x2="92129" y2="72272"/>
                        <a14:foregroundMark x1="64937" y1="87657" x2="69946" y2="90519"/>
                        <a14:foregroundMark x1="61002" y1="86762" x2="77639" y2="91592"/>
                        <a14:foregroundMark x1="57603" y1="84973" x2="70483" y2="87657"/>
                        <a14:foregroundMark x1="63685" y1="48658" x2="56708" y2="75134"/>
                        <a14:foregroundMark x1="52773" y1="52057" x2="50268" y2="90519"/>
                        <a14:foregroundMark x1="52415" y1="47943" x2="50268" y2="79785"/>
                        <a14:foregroundMark x1="43649" y1="47048" x2="43649" y2="78175"/>
                        <a14:foregroundMark x1="36315" y1="65474" x2="48837" y2="47406"/>
                        <a14:foregroundMark x1="37388" y1="63148" x2="59571" y2="49732"/>
                        <a14:foregroundMark x1="45438" y1="71556" x2="53309" y2="49016"/>
                        <a14:foregroundMark x1="49732" y1="67800" x2="48658" y2="52952"/>
                        <a14:foregroundMark x1="56530" y1="71914" x2="61538" y2="54562"/>
                        <a14:foregroundMark x1="53131" y1="72272" x2="55277" y2="57603"/>
                        <a14:foregroundMark x1="55277" y1="57603" x2="63685" y2="45081"/>
                        <a14:foregroundMark x1="57066" y1="72630" x2="59750" y2="58497"/>
                        <a14:foregroundMark x1="59750" y1="58497" x2="64580" y2="49732"/>
                        <a14:foregroundMark x1="56351" y1="66726" x2="69767" y2="48301"/>
                        <a14:foregroundMark x1="56530" y1="61538" x2="67442" y2="51699"/>
                        <a14:foregroundMark x1="58676" y1="54562" x2="58676" y2="54562"/>
                        <a14:foregroundMark x1="61538" y1="50984" x2="62612" y2="61181"/>
                        <a14:foregroundMark x1="76923" y1="8945" x2="88730" y2="24866"/>
                        <a14:foregroundMark x1="88730" y1="24866" x2="91055" y2="26297"/>
                        <a14:foregroundMark x1="91413" y1="28623" x2="80680" y2="15921"/>
                        <a14:foregroundMark x1="80680" y1="15921" x2="79606" y2="12165"/>
                        <a14:foregroundMark x1="88551" y1="30054" x2="81932" y2="21109"/>
                        <a14:foregroundMark x1="86583" y1="29696" x2="81574" y2="22540"/>
                        <a14:foregroundMark x1="87299" y1="16279" x2="90519" y2="30769"/>
                        <a14:foregroundMark x1="81574" y1="23256" x2="88551" y2="31485"/>
                        <a14:foregroundMark x1="77996" y1="3936" x2="84615" y2="22004"/>
                        <a14:foregroundMark x1="79785" y1="9302" x2="61717" y2="11449"/>
                        <a14:foregroundMark x1="61717" y1="11449" x2="61181" y2="13059"/>
                        <a14:foregroundMark x1="67442" y1="11986" x2="82648" y2="24150"/>
                        <a14:foregroundMark x1="82648" y1="24150" x2="83005" y2="25045"/>
                        <a14:foregroundMark x1="62791" y1="8408" x2="77996" y2="4830"/>
                        <a14:foregroundMark x1="77996" y1="4830" x2="81216" y2="10376"/>
                        <a14:foregroundMark x1="79785" y1="6977" x2="89267" y2="358"/>
                        <a14:foregroundMark x1="81395" y1="5903" x2="91950" y2="2862"/>
                        <a14:foregroundMark x1="88014" y1="15564" x2="98390" y2="22004"/>
                        <a14:foregroundMark x1="56172" y1="9839" x2="72451" y2="4651"/>
                        <a14:foregroundMark x1="72451" y1="4651" x2="79785" y2="6082"/>
                        <a14:foregroundMark x1="79606" y1="7156" x2="62612" y2="8408"/>
                        <a14:foregroundMark x1="56887" y1="10018" x2="72809" y2="4293"/>
                        <a14:foregroundMark x1="63148" y1="7156" x2="78175" y2="5725"/>
                        <a14:foregroundMark x1="78175" y1="5725" x2="79785" y2="7513"/>
                        <a14:foregroundMark x1="76029" y1="5903" x2="72093" y2="4293"/>
                        <a14:foregroundMark x1="71020" y1="3041" x2="71020" y2="3041"/>
                        <a14:foregroundMark x1="66726" y1="4830" x2="66726" y2="4830"/>
                        <a14:foregroundMark x1="55277" y1="35599" x2="61181" y2="26476"/>
                        <a14:foregroundMark x1="45796" y1="45796" x2="69767" y2="894"/>
                        <a14:foregroundMark x1="69767" y1="894" x2="69767" y2="894"/>
                        <a14:foregroundMark x1="23256" y1="83005" x2="10197" y2="61538"/>
                        <a14:foregroundMark x1="10197" y1="61538" x2="7871" y2="45438"/>
                        <a14:foregroundMark x1="7871" y1="45438" x2="11628" y2="30590"/>
                        <a14:foregroundMark x1="24866" y1="84794" x2="8766" y2="64043"/>
                        <a14:foregroundMark x1="8766" y1="64043" x2="7871" y2="47585"/>
                        <a14:foregroundMark x1="7871" y1="47585" x2="10018" y2="39177"/>
                        <a14:foregroundMark x1="26118" y1="85689" x2="7871" y2="62970"/>
                        <a14:foregroundMark x1="7871" y1="62970" x2="6440" y2="47048"/>
                        <a14:foregroundMark x1="6440" y1="47048" x2="7692" y2="40608"/>
                        <a14:foregroundMark x1="11449" y1="69589" x2="11449" y2="69589"/>
                        <a14:foregroundMark x1="6977" y1="63148" x2="14490" y2="73703"/>
                        <a14:foregroundMark x1="4293" y1="60286" x2="10018" y2="69410"/>
                        <a14:foregroundMark x1="9302" y1="25581" x2="10376" y2="37746"/>
                        <a14:foregroundMark x1="23614" y1="71020" x2="19320" y2="46691"/>
                        <a14:foregroundMark x1="28086" y1="85510" x2="13059" y2="76923"/>
                        <a14:foregroundMark x1="13059" y1="76923" x2="11807" y2="74240"/>
                        <a14:foregroundMark x1="40429" y1="92487" x2="22182" y2="87478"/>
                        <a14:foregroundMark x1="48122" y1="95170" x2="34168" y2="98032"/>
                        <a14:foregroundMark x1="39714" y1="93918" x2="27370" y2="89803"/>
                        <a14:foregroundMark x1="25045" y1="86047" x2="12343" y2="76208"/>
                        <a14:foregroundMark x1="87299" y1="75492" x2="92665" y2="59213"/>
                        <a14:foregroundMark x1="92665" y1="59213" x2="91055" y2="36673"/>
                        <a14:foregroundMark x1="11449" y1="51699" x2="17531" y2="28086"/>
                        <a14:foregroundMark x1="17531" y1="28086" x2="31485" y2="16100"/>
                        <a14:foregroundMark x1="31485" y1="16100" x2="50089" y2="10912"/>
                        <a14:foregroundMark x1="50089" y1="10912" x2="55098" y2="118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71527" y="4455406"/>
            <a:ext cx="1675944" cy="167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60A7E768-1DD5-5705-A059-072417C25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8507" y="2106931"/>
            <a:ext cx="5903255" cy="4339589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MX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En la experiencia participan: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s-MX" sz="2400" dirty="0"/>
              <a:t>Docentes de preescolar y básica primaria de las sedes, generalmente desde las rutas sugerida.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s-MX" sz="2400" dirty="0"/>
              <a:t>Docentes de secundaria y formación complementaria de lengua castellana jornada mañana y tarde, desde libros sugeridos, en trabajo autónomo de cada docente.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s-MX" sz="2400" dirty="0"/>
              <a:t>Estudiantes de preescolar, básica primaria, secundaria, media y formación.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s-MX" sz="2400" dirty="0"/>
              <a:t>Padres  desde el seguimiento en el hogar.</a:t>
            </a:r>
          </a:p>
          <a:p>
            <a:pPr marL="0" indent="0" algn="just">
              <a:buNone/>
            </a:pPr>
            <a:r>
              <a:rPr lang="es-MX" sz="2400" dirty="0"/>
              <a:t>Asimismo, se aumento de la intensidad horaria semanal en primaria y  bachillerato para contribuir al desarrollo de la experiencia.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13EC201-C71A-FF70-97BF-B38DD7B5EE3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7097" r="20403" b="-4145"/>
          <a:stretch>
            <a:fillRect/>
          </a:stretch>
        </p:blipFill>
        <p:spPr>
          <a:xfrm>
            <a:off x="8529575" y="1945464"/>
            <a:ext cx="2722013" cy="2554624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68F8B94-985A-795D-A697-F11102A321C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8" b="98032" l="4114" r="98390">
                        <a14:foregroundMark x1="53488" y1="73524" x2="52415" y2="95528"/>
                        <a14:foregroundMark x1="89445" y1="73524" x2="85510" y2="80143"/>
                        <a14:foregroundMark x1="90340" y1="74240" x2="90340" y2="74240"/>
                        <a14:foregroundMark x1="91234" y1="74061" x2="91234" y2="74061"/>
                        <a14:foregroundMark x1="92129" y1="72272" x2="92129" y2="72272"/>
                        <a14:foregroundMark x1="64937" y1="87657" x2="69946" y2="90519"/>
                        <a14:foregroundMark x1="61002" y1="86762" x2="77639" y2="91592"/>
                        <a14:foregroundMark x1="57603" y1="84973" x2="70483" y2="87657"/>
                        <a14:foregroundMark x1="63685" y1="48658" x2="56708" y2="75134"/>
                        <a14:foregroundMark x1="52773" y1="52057" x2="50268" y2="90519"/>
                        <a14:foregroundMark x1="52415" y1="47943" x2="50268" y2="79785"/>
                        <a14:foregroundMark x1="43649" y1="47048" x2="43649" y2="78175"/>
                        <a14:foregroundMark x1="36315" y1="65474" x2="48837" y2="47406"/>
                        <a14:foregroundMark x1="37388" y1="63148" x2="59571" y2="49732"/>
                        <a14:foregroundMark x1="45438" y1="71556" x2="53309" y2="49016"/>
                        <a14:foregroundMark x1="49732" y1="67800" x2="48658" y2="52952"/>
                        <a14:foregroundMark x1="56530" y1="71914" x2="61538" y2="54562"/>
                        <a14:foregroundMark x1="53131" y1="72272" x2="55277" y2="57603"/>
                        <a14:foregroundMark x1="55277" y1="57603" x2="63685" y2="45081"/>
                        <a14:foregroundMark x1="57066" y1="72630" x2="59750" y2="58497"/>
                        <a14:foregroundMark x1="59750" y1="58497" x2="64580" y2="49732"/>
                        <a14:foregroundMark x1="56351" y1="66726" x2="69767" y2="48301"/>
                        <a14:foregroundMark x1="56530" y1="61538" x2="67442" y2="51699"/>
                        <a14:foregroundMark x1="58676" y1="54562" x2="58676" y2="54562"/>
                        <a14:foregroundMark x1="61538" y1="50984" x2="62612" y2="61181"/>
                        <a14:foregroundMark x1="76923" y1="8945" x2="88730" y2="24866"/>
                        <a14:foregroundMark x1="88730" y1="24866" x2="91055" y2="26297"/>
                        <a14:foregroundMark x1="91413" y1="28623" x2="80680" y2="15921"/>
                        <a14:foregroundMark x1="80680" y1="15921" x2="79606" y2="12165"/>
                        <a14:foregroundMark x1="88551" y1="30054" x2="81932" y2="21109"/>
                        <a14:foregroundMark x1="86583" y1="29696" x2="81574" y2="22540"/>
                        <a14:foregroundMark x1="87299" y1="16279" x2="90519" y2="30769"/>
                        <a14:foregroundMark x1="81574" y1="23256" x2="88551" y2="31485"/>
                        <a14:foregroundMark x1="77996" y1="3936" x2="84615" y2="22004"/>
                        <a14:foregroundMark x1="79785" y1="9302" x2="61717" y2="11449"/>
                        <a14:foregroundMark x1="61717" y1="11449" x2="61181" y2="13059"/>
                        <a14:foregroundMark x1="67442" y1="11986" x2="82648" y2="24150"/>
                        <a14:foregroundMark x1="82648" y1="24150" x2="83005" y2="25045"/>
                        <a14:foregroundMark x1="62791" y1="8408" x2="77996" y2="4830"/>
                        <a14:foregroundMark x1="77996" y1="4830" x2="81216" y2="10376"/>
                        <a14:foregroundMark x1="79785" y1="6977" x2="89267" y2="358"/>
                        <a14:foregroundMark x1="81395" y1="5903" x2="91950" y2="2862"/>
                        <a14:foregroundMark x1="88014" y1="15564" x2="98390" y2="22004"/>
                        <a14:foregroundMark x1="56172" y1="9839" x2="72451" y2="4651"/>
                        <a14:foregroundMark x1="72451" y1="4651" x2="79785" y2="6082"/>
                        <a14:foregroundMark x1="79606" y1="7156" x2="62612" y2="8408"/>
                        <a14:foregroundMark x1="56887" y1="10018" x2="72809" y2="4293"/>
                        <a14:foregroundMark x1="63148" y1="7156" x2="78175" y2="5725"/>
                        <a14:foregroundMark x1="78175" y1="5725" x2="79785" y2="7513"/>
                        <a14:foregroundMark x1="76029" y1="5903" x2="72093" y2="4293"/>
                        <a14:foregroundMark x1="71020" y1="3041" x2="71020" y2="3041"/>
                        <a14:foregroundMark x1="66726" y1="4830" x2="66726" y2="4830"/>
                        <a14:foregroundMark x1="55277" y1="35599" x2="61181" y2="26476"/>
                        <a14:foregroundMark x1="45796" y1="45796" x2="69767" y2="894"/>
                        <a14:foregroundMark x1="69767" y1="894" x2="69767" y2="894"/>
                        <a14:foregroundMark x1="23256" y1="83005" x2="10197" y2="61538"/>
                        <a14:foregroundMark x1="10197" y1="61538" x2="7871" y2="45438"/>
                        <a14:foregroundMark x1="7871" y1="45438" x2="11628" y2="30590"/>
                        <a14:foregroundMark x1="24866" y1="84794" x2="8766" y2="64043"/>
                        <a14:foregroundMark x1="8766" y1="64043" x2="7871" y2="47585"/>
                        <a14:foregroundMark x1="7871" y1="47585" x2="10018" y2="39177"/>
                        <a14:foregroundMark x1="26118" y1="85689" x2="7871" y2="62970"/>
                        <a14:foregroundMark x1="7871" y1="62970" x2="6440" y2="47048"/>
                        <a14:foregroundMark x1="6440" y1="47048" x2="7692" y2="40608"/>
                        <a14:foregroundMark x1="11449" y1="69589" x2="11449" y2="69589"/>
                        <a14:foregroundMark x1="6977" y1="63148" x2="14490" y2="73703"/>
                        <a14:foregroundMark x1="4293" y1="60286" x2="10018" y2="69410"/>
                        <a14:foregroundMark x1="9302" y1="25581" x2="10376" y2="37746"/>
                        <a14:foregroundMark x1="23614" y1="71020" x2="19320" y2="46691"/>
                        <a14:foregroundMark x1="28086" y1="85510" x2="13059" y2="76923"/>
                        <a14:foregroundMark x1="13059" y1="76923" x2="11807" y2="74240"/>
                        <a14:foregroundMark x1="40429" y1="92487" x2="22182" y2="87478"/>
                        <a14:foregroundMark x1="48122" y1="95170" x2="34168" y2="98032"/>
                        <a14:foregroundMark x1="39714" y1="93918" x2="27370" y2="89803"/>
                        <a14:foregroundMark x1="25045" y1="86047" x2="12343" y2="76208"/>
                        <a14:foregroundMark x1="87299" y1="75492" x2="92665" y2="59213"/>
                        <a14:foregroundMark x1="92665" y1="59213" x2="91055" y2="36673"/>
                        <a14:foregroundMark x1="11449" y1="51699" x2="17531" y2="28086"/>
                        <a14:foregroundMark x1="17531" y1="28086" x2="31485" y2="16100"/>
                        <a14:foregroundMark x1="31485" y1="16100" x2="50089" y2="10912"/>
                        <a14:foregroundMark x1="50089" y1="10912" x2="55098" y2="118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45496" y="4554264"/>
            <a:ext cx="1675944" cy="167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257CB8-0169-D007-5942-20EEA40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332037"/>
            <a:ext cx="8229600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MX" dirty="0"/>
              <a:t>•	Creación del Comité de Plan Lector.</a:t>
            </a:r>
          </a:p>
          <a:p>
            <a:pPr marL="0" indent="0">
              <a:buNone/>
            </a:pPr>
            <a:r>
              <a:rPr lang="es-MX" dirty="0"/>
              <a:t>•	Revisión periódica de rutas y actividades.</a:t>
            </a:r>
          </a:p>
          <a:p>
            <a:pPr marL="0" indent="0">
              <a:buNone/>
            </a:pPr>
            <a:r>
              <a:rPr lang="es-MX" dirty="0"/>
              <a:t>•	Evaluación formativa con retroalimentación constante.</a:t>
            </a:r>
          </a:p>
          <a:p>
            <a:pPr marL="0" indent="0">
              <a:buNone/>
            </a:pPr>
            <a:r>
              <a:rPr lang="es-MX" dirty="0"/>
              <a:t>•	Evidencias: actas, listas de asistencia, fotografías, videos, productos escritos.</a:t>
            </a:r>
          </a:p>
          <a:p>
            <a:pPr marL="0" indent="0">
              <a:buNone/>
            </a:pPr>
            <a:r>
              <a:rPr lang="es-MX" dirty="0"/>
              <a:t>•	Evaluación cuantitativa limitada a calificaciones formales en asignaturas.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768FFBA-AA2B-C438-062F-773ADC2318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358" b="98032" l="4114" r="98390">
                        <a14:foregroundMark x1="53488" y1="73524" x2="52415" y2="95528"/>
                        <a14:foregroundMark x1="89445" y1="73524" x2="85510" y2="80143"/>
                        <a14:foregroundMark x1="90340" y1="74240" x2="90340" y2="74240"/>
                        <a14:foregroundMark x1="91234" y1="74061" x2="91234" y2="74061"/>
                        <a14:foregroundMark x1="92129" y1="72272" x2="92129" y2="72272"/>
                        <a14:foregroundMark x1="64937" y1="87657" x2="69946" y2="90519"/>
                        <a14:foregroundMark x1="61002" y1="86762" x2="77639" y2="91592"/>
                        <a14:foregroundMark x1="57603" y1="84973" x2="70483" y2="87657"/>
                        <a14:foregroundMark x1="63685" y1="48658" x2="56708" y2="75134"/>
                        <a14:foregroundMark x1="52773" y1="52057" x2="50268" y2="90519"/>
                        <a14:foregroundMark x1="52415" y1="47943" x2="50268" y2="79785"/>
                        <a14:foregroundMark x1="43649" y1="47048" x2="43649" y2="78175"/>
                        <a14:foregroundMark x1="36315" y1="65474" x2="48837" y2="47406"/>
                        <a14:foregroundMark x1="37388" y1="63148" x2="59571" y2="49732"/>
                        <a14:foregroundMark x1="45438" y1="71556" x2="53309" y2="49016"/>
                        <a14:foregroundMark x1="49732" y1="67800" x2="48658" y2="52952"/>
                        <a14:foregroundMark x1="56530" y1="71914" x2="61538" y2="54562"/>
                        <a14:foregroundMark x1="53131" y1="72272" x2="55277" y2="57603"/>
                        <a14:foregroundMark x1="55277" y1="57603" x2="63685" y2="45081"/>
                        <a14:foregroundMark x1="57066" y1="72630" x2="59750" y2="58497"/>
                        <a14:foregroundMark x1="59750" y1="58497" x2="64580" y2="49732"/>
                        <a14:foregroundMark x1="56351" y1="66726" x2="69767" y2="48301"/>
                        <a14:foregroundMark x1="56530" y1="61538" x2="67442" y2="51699"/>
                        <a14:foregroundMark x1="58676" y1="54562" x2="58676" y2="54562"/>
                        <a14:foregroundMark x1="61538" y1="50984" x2="62612" y2="61181"/>
                        <a14:foregroundMark x1="76923" y1="8945" x2="88730" y2="24866"/>
                        <a14:foregroundMark x1="88730" y1="24866" x2="91055" y2="26297"/>
                        <a14:foregroundMark x1="91413" y1="28623" x2="80680" y2="15921"/>
                        <a14:foregroundMark x1="80680" y1="15921" x2="79606" y2="12165"/>
                        <a14:foregroundMark x1="88551" y1="30054" x2="81932" y2="21109"/>
                        <a14:foregroundMark x1="86583" y1="29696" x2="81574" y2="22540"/>
                        <a14:foregroundMark x1="87299" y1="16279" x2="90519" y2="30769"/>
                        <a14:foregroundMark x1="81574" y1="23256" x2="88551" y2="31485"/>
                        <a14:foregroundMark x1="77996" y1="3936" x2="84615" y2="22004"/>
                        <a14:foregroundMark x1="79785" y1="9302" x2="61717" y2="11449"/>
                        <a14:foregroundMark x1="61717" y1="11449" x2="61181" y2="13059"/>
                        <a14:foregroundMark x1="67442" y1="11986" x2="82648" y2="24150"/>
                        <a14:foregroundMark x1="82648" y1="24150" x2="83005" y2="25045"/>
                        <a14:foregroundMark x1="62791" y1="8408" x2="77996" y2="4830"/>
                        <a14:foregroundMark x1="77996" y1="4830" x2="81216" y2="10376"/>
                        <a14:foregroundMark x1="79785" y1="6977" x2="89267" y2="358"/>
                        <a14:foregroundMark x1="81395" y1="5903" x2="91950" y2="2862"/>
                        <a14:foregroundMark x1="88014" y1="15564" x2="98390" y2="22004"/>
                        <a14:foregroundMark x1="56172" y1="9839" x2="72451" y2="4651"/>
                        <a14:foregroundMark x1="72451" y1="4651" x2="79785" y2="6082"/>
                        <a14:foregroundMark x1="79606" y1="7156" x2="62612" y2="8408"/>
                        <a14:foregroundMark x1="56887" y1="10018" x2="72809" y2="4293"/>
                        <a14:foregroundMark x1="63148" y1="7156" x2="78175" y2="5725"/>
                        <a14:foregroundMark x1="78175" y1="5725" x2="79785" y2="7513"/>
                        <a14:foregroundMark x1="76029" y1="5903" x2="72093" y2="4293"/>
                        <a14:foregroundMark x1="71020" y1="3041" x2="71020" y2="3041"/>
                        <a14:foregroundMark x1="66726" y1="4830" x2="66726" y2="4830"/>
                        <a14:foregroundMark x1="55277" y1="35599" x2="61181" y2="26476"/>
                        <a14:foregroundMark x1="45796" y1="45796" x2="69767" y2="894"/>
                        <a14:foregroundMark x1="69767" y1="894" x2="69767" y2="894"/>
                        <a14:foregroundMark x1="23256" y1="83005" x2="10197" y2="61538"/>
                        <a14:foregroundMark x1="10197" y1="61538" x2="7871" y2="45438"/>
                        <a14:foregroundMark x1="7871" y1="45438" x2="11628" y2="30590"/>
                        <a14:foregroundMark x1="24866" y1="84794" x2="8766" y2="64043"/>
                        <a14:foregroundMark x1="8766" y1="64043" x2="7871" y2="47585"/>
                        <a14:foregroundMark x1="7871" y1="47585" x2="10018" y2="39177"/>
                        <a14:foregroundMark x1="26118" y1="85689" x2="7871" y2="62970"/>
                        <a14:foregroundMark x1="7871" y1="62970" x2="6440" y2="47048"/>
                        <a14:foregroundMark x1="6440" y1="47048" x2="7692" y2="40608"/>
                        <a14:foregroundMark x1="11449" y1="69589" x2="11449" y2="69589"/>
                        <a14:foregroundMark x1="6977" y1="63148" x2="14490" y2="73703"/>
                        <a14:foregroundMark x1="4293" y1="60286" x2="10018" y2="69410"/>
                        <a14:foregroundMark x1="9302" y1="25581" x2="10376" y2="37746"/>
                        <a14:foregroundMark x1="23614" y1="71020" x2="19320" y2="46691"/>
                        <a14:foregroundMark x1="28086" y1="85510" x2="13059" y2="76923"/>
                        <a14:foregroundMark x1="13059" y1="76923" x2="11807" y2="74240"/>
                        <a14:foregroundMark x1="40429" y1="92487" x2="22182" y2="87478"/>
                        <a14:foregroundMark x1="48122" y1="95170" x2="34168" y2="98032"/>
                        <a14:foregroundMark x1="39714" y1="93918" x2="27370" y2="89803"/>
                        <a14:foregroundMark x1="25045" y1="86047" x2="12343" y2="76208"/>
                        <a14:foregroundMark x1="87299" y1="75492" x2="92665" y2="59213"/>
                        <a14:foregroundMark x1="92665" y1="59213" x2="91055" y2="36673"/>
                        <a14:foregroundMark x1="11449" y1="51699" x2="17531" y2="28086"/>
                        <a14:foregroundMark x1="17531" y1="28086" x2="31485" y2="16100"/>
                        <a14:foregroundMark x1="31485" y1="16100" x2="50089" y2="10912"/>
                        <a14:foregroundMark x1="50089" y1="10912" x2="55098" y2="118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45496" y="4554264"/>
            <a:ext cx="1675944" cy="167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5CCA8567-1294-2F1C-4679-3B2B6963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7889"/>
            <a:ext cx="6720840" cy="4351339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MX" sz="2000" dirty="0"/>
              <a:t>Alternativa; es elaborar, desde la coordinación, rutas por periodos para preescolar y básica primaria y compartirla a todos los docentes de las sedes. Un número importante las realizan.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sz="2000" dirty="0"/>
              <a:t>Convocar a docentes y aumentar plazos para elaboración de la revista.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sz="2000" dirty="0"/>
              <a:t>Préstamo de libros, elaboración de propuestas de diseño y planeación, facilitar material educativos en físico o digitalizados.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sz="2000" dirty="0"/>
              <a:t>Se hace acompañamiento en aula a quienes lo soliciten.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sz="2000" dirty="0"/>
              <a:t>Gusto de los estudiantes por las visitas al aula y desarrollo de actividades.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sz="2000" dirty="0"/>
              <a:t>Utilización de lugar como bibliobús que propician satisfacción.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sz="2000" dirty="0"/>
              <a:t>Formación del parque bibliobús con ayuda de estudiantes del</a:t>
            </a:r>
          </a:p>
          <a:p>
            <a:pPr marL="0" indent="0">
              <a:buNone/>
            </a:pPr>
            <a:r>
              <a:rPr lang="es-MX" sz="2000" dirty="0"/>
              <a:t>    Servicio social.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sz="2000" dirty="0"/>
              <a:t> Inscripción de la coordinadora en </a:t>
            </a:r>
            <a:r>
              <a:rPr lang="es-MX" sz="2000" dirty="0" err="1"/>
              <a:t>Make</a:t>
            </a:r>
            <a:r>
              <a:rPr lang="es-MX" sz="2000" dirty="0"/>
              <a:t> </a:t>
            </a:r>
            <a:r>
              <a:rPr lang="es-MX" sz="2000" dirty="0" err="1"/>
              <a:t>Make</a:t>
            </a:r>
            <a:r>
              <a:rPr lang="es-MX" sz="2000" dirty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sz="2000" dirty="0"/>
              <a:t>Participación en Colombia aprende.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sz="2000" dirty="0"/>
              <a:t>Mayor fluidez en los tres procesos: lectura, escritura y oralidad</a:t>
            </a:r>
          </a:p>
          <a:p>
            <a:endParaRPr lang="es-MX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1DBC9A8-5834-C16C-13F5-37513DB15F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2959" y="1966354"/>
            <a:ext cx="3728481" cy="248565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620E623-4FE2-9E80-AC78-B67B20A3299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8" b="98032" l="4114" r="98390">
                        <a14:foregroundMark x1="53488" y1="73524" x2="52415" y2="95528"/>
                        <a14:foregroundMark x1="89445" y1="73524" x2="85510" y2="80143"/>
                        <a14:foregroundMark x1="90340" y1="74240" x2="90340" y2="74240"/>
                        <a14:foregroundMark x1="91234" y1="74061" x2="91234" y2="74061"/>
                        <a14:foregroundMark x1="92129" y1="72272" x2="92129" y2="72272"/>
                        <a14:foregroundMark x1="64937" y1="87657" x2="69946" y2="90519"/>
                        <a14:foregroundMark x1="61002" y1="86762" x2="77639" y2="91592"/>
                        <a14:foregroundMark x1="57603" y1="84973" x2="70483" y2="87657"/>
                        <a14:foregroundMark x1="63685" y1="48658" x2="56708" y2="75134"/>
                        <a14:foregroundMark x1="52773" y1="52057" x2="50268" y2="90519"/>
                        <a14:foregroundMark x1="52415" y1="47943" x2="50268" y2="79785"/>
                        <a14:foregroundMark x1="43649" y1="47048" x2="43649" y2="78175"/>
                        <a14:foregroundMark x1="36315" y1="65474" x2="48837" y2="47406"/>
                        <a14:foregroundMark x1="37388" y1="63148" x2="59571" y2="49732"/>
                        <a14:foregroundMark x1="45438" y1="71556" x2="53309" y2="49016"/>
                        <a14:foregroundMark x1="49732" y1="67800" x2="48658" y2="52952"/>
                        <a14:foregroundMark x1="56530" y1="71914" x2="61538" y2="54562"/>
                        <a14:foregroundMark x1="53131" y1="72272" x2="55277" y2="57603"/>
                        <a14:foregroundMark x1="55277" y1="57603" x2="63685" y2="45081"/>
                        <a14:foregroundMark x1="57066" y1="72630" x2="59750" y2="58497"/>
                        <a14:foregroundMark x1="59750" y1="58497" x2="64580" y2="49732"/>
                        <a14:foregroundMark x1="56351" y1="66726" x2="69767" y2="48301"/>
                        <a14:foregroundMark x1="56530" y1="61538" x2="67442" y2="51699"/>
                        <a14:foregroundMark x1="58676" y1="54562" x2="58676" y2="54562"/>
                        <a14:foregroundMark x1="61538" y1="50984" x2="62612" y2="61181"/>
                        <a14:foregroundMark x1="76923" y1="8945" x2="88730" y2="24866"/>
                        <a14:foregroundMark x1="88730" y1="24866" x2="91055" y2="26297"/>
                        <a14:foregroundMark x1="91413" y1="28623" x2="80680" y2="15921"/>
                        <a14:foregroundMark x1="80680" y1="15921" x2="79606" y2="12165"/>
                        <a14:foregroundMark x1="88551" y1="30054" x2="81932" y2="21109"/>
                        <a14:foregroundMark x1="86583" y1="29696" x2="81574" y2="22540"/>
                        <a14:foregroundMark x1="87299" y1="16279" x2="90519" y2="30769"/>
                        <a14:foregroundMark x1="81574" y1="23256" x2="88551" y2="31485"/>
                        <a14:foregroundMark x1="77996" y1="3936" x2="84615" y2="22004"/>
                        <a14:foregroundMark x1="79785" y1="9302" x2="61717" y2="11449"/>
                        <a14:foregroundMark x1="61717" y1="11449" x2="61181" y2="13059"/>
                        <a14:foregroundMark x1="67442" y1="11986" x2="82648" y2="24150"/>
                        <a14:foregroundMark x1="82648" y1="24150" x2="83005" y2="25045"/>
                        <a14:foregroundMark x1="62791" y1="8408" x2="77996" y2="4830"/>
                        <a14:foregroundMark x1="77996" y1="4830" x2="81216" y2="10376"/>
                        <a14:foregroundMark x1="79785" y1="6977" x2="89267" y2="358"/>
                        <a14:foregroundMark x1="81395" y1="5903" x2="91950" y2="2862"/>
                        <a14:foregroundMark x1="88014" y1="15564" x2="98390" y2="22004"/>
                        <a14:foregroundMark x1="56172" y1="9839" x2="72451" y2="4651"/>
                        <a14:foregroundMark x1="72451" y1="4651" x2="79785" y2="6082"/>
                        <a14:foregroundMark x1="79606" y1="7156" x2="62612" y2="8408"/>
                        <a14:foregroundMark x1="56887" y1="10018" x2="72809" y2="4293"/>
                        <a14:foregroundMark x1="63148" y1="7156" x2="78175" y2="5725"/>
                        <a14:foregroundMark x1="78175" y1="5725" x2="79785" y2="7513"/>
                        <a14:foregroundMark x1="76029" y1="5903" x2="72093" y2="4293"/>
                        <a14:foregroundMark x1="71020" y1="3041" x2="71020" y2="3041"/>
                        <a14:foregroundMark x1="66726" y1="4830" x2="66726" y2="4830"/>
                        <a14:foregroundMark x1="55277" y1="35599" x2="61181" y2="26476"/>
                        <a14:foregroundMark x1="45796" y1="45796" x2="69767" y2="894"/>
                        <a14:foregroundMark x1="69767" y1="894" x2="69767" y2="894"/>
                        <a14:foregroundMark x1="23256" y1="83005" x2="10197" y2="61538"/>
                        <a14:foregroundMark x1="10197" y1="61538" x2="7871" y2="45438"/>
                        <a14:foregroundMark x1="7871" y1="45438" x2="11628" y2="30590"/>
                        <a14:foregroundMark x1="24866" y1="84794" x2="8766" y2="64043"/>
                        <a14:foregroundMark x1="8766" y1="64043" x2="7871" y2="47585"/>
                        <a14:foregroundMark x1="7871" y1="47585" x2="10018" y2="39177"/>
                        <a14:foregroundMark x1="26118" y1="85689" x2="7871" y2="62970"/>
                        <a14:foregroundMark x1="7871" y1="62970" x2="6440" y2="47048"/>
                        <a14:foregroundMark x1="6440" y1="47048" x2="7692" y2="40608"/>
                        <a14:foregroundMark x1="11449" y1="69589" x2="11449" y2="69589"/>
                        <a14:foregroundMark x1="6977" y1="63148" x2="14490" y2="73703"/>
                        <a14:foregroundMark x1="4293" y1="60286" x2="10018" y2="69410"/>
                        <a14:foregroundMark x1="9302" y1="25581" x2="10376" y2="37746"/>
                        <a14:foregroundMark x1="23614" y1="71020" x2="19320" y2="46691"/>
                        <a14:foregroundMark x1="28086" y1="85510" x2="13059" y2="76923"/>
                        <a14:foregroundMark x1="13059" y1="76923" x2="11807" y2="74240"/>
                        <a14:foregroundMark x1="40429" y1="92487" x2="22182" y2="87478"/>
                        <a14:foregroundMark x1="48122" y1="95170" x2="34168" y2="98032"/>
                        <a14:foregroundMark x1="39714" y1="93918" x2="27370" y2="89803"/>
                        <a14:foregroundMark x1="25045" y1="86047" x2="12343" y2="76208"/>
                        <a14:foregroundMark x1="87299" y1="75492" x2="92665" y2="59213"/>
                        <a14:foregroundMark x1="92665" y1="59213" x2="91055" y2="36673"/>
                        <a14:foregroundMark x1="11449" y1="51699" x2="17531" y2="28086"/>
                        <a14:foregroundMark x1="17531" y1="28086" x2="31485" y2="16100"/>
                        <a14:foregroundMark x1="31485" y1="16100" x2="50089" y2="10912"/>
                        <a14:foregroundMark x1="50089" y1="10912" x2="55098" y2="118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45496" y="4554264"/>
            <a:ext cx="1675944" cy="167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089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EEC9BD6B-C709-EAD6-1D11-2142F4EF7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208" y="2040490"/>
            <a:ext cx="6334126" cy="4351339"/>
          </a:xfrm>
        </p:spPr>
        <p:txBody>
          <a:bodyPr>
            <a:normAutofit fontScale="62500" lnSpcReduction="20000"/>
          </a:bodyPr>
          <a:lstStyle/>
          <a:p>
            <a:endParaRPr lang="es-MX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s-MX" b="1" dirty="0"/>
              <a:t>Socializaciones que programa SEM cada año.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s-MX" b="1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s-MX" b="1" dirty="0"/>
              <a:t>Informes semestrales.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s-MX" b="1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s-MX" b="1" dirty="0"/>
              <a:t>Publicación digital de la revista Goma que muestra  procesos pedagógicos y didácticos, experiencias exitosas y quehacer estudiantil. El lector se hace una idea de los avances que se dan. </a:t>
            </a:r>
          </a:p>
          <a:p>
            <a:pPr marL="0" indent="0" algn="just">
              <a:buNone/>
            </a:pPr>
            <a:endParaRPr lang="es-MX" b="1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s-MX" b="1" dirty="0"/>
              <a:t>Se da apoyo a los docentes que solicitan material y explicaciones en encuentros dialógicos.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F0FA74F-9E8E-EA09-88FE-629EBACB9E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2572" y="2165533"/>
            <a:ext cx="3017043" cy="252693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826B330-5D22-7CEA-DF23-F945F83527F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8" b="98032" l="4114" r="98390">
                        <a14:foregroundMark x1="53488" y1="73524" x2="52415" y2="95528"/>
                        <a14:foregroundMark x1="89445" y1="73524" x2="85510" y2="80143"/>
                        <a14:foregroundMark x1="90340" y1="74240" x2="90340" y2="74240"/>
                        <a14:foregroundMark x1="91234" y1="74061" x2="91234" y2="74061"/>
                        <a14:foregroundMark x1="92129" y1="72272" x2="92129" y2="72272"/>
                        <a14:foregroundMark x1="64937" y1="87657" x2="69946" y2="90519"/>
                        <a14:foregroundMark x1="61002" y1="86762" x2="77639" y2="91592"/>
                        <a14:foregroundMark x1="57603" y1="84973" x2="70483" y2="87657"/>
                        <a14:foregroundMark x1="63685" y1="48658" x2="56708" y2="75134"/>
                        <a14:foregroundMark x1="52773" y1="52057" x2="50268" y2="90519"/>
                        <a14:foregroundMark x1="52415" y1="47943" x2="50268" y2="79785"/>
                        <a14:foregroundMark x1="43649" y1="47048" x2="43649" y2="78175"/>
                        <a14:foregroundMark x1="36315" y1="65474" x2="48837" y2="47406"/>
                        <a14:foregroundMark x1="37388" y1="63148" x2="59571" y2="49732"/>
                        <a14:foregroundMark x1="45438" y1="71556" x2="53309" y2="49016"/>
                        <a14:foregroundMark x1="49732" y1="67800" x2="48658" y2="52952"/>
                        <a14:foregroundMark x1="56530" y1="71914" x2="61538" y2="54562"/>
                        <a14:foregroundMark x1="53131" y1="72272" x2="55277" y2="57603"/>
                        <a14:foregroundMark x1="55277" y1="57603" x2="63685" y2="45081"/>
                        <a14:foregroundMark x1="57066" y1="72630" x2="59750" y2="58497"/>
                        <a14:foregroundMark x1="59750" y1="58497" x2="64580" y2="49732"/>
                        <a14:foregroundMark x1="56351" y1="66726" x2="69767" y2="48301"/>
                        <a14:foregroundMark x1="56530" y1="61538" x2="67442" y2="51699"/>
                        <a14:foregroundMark x1="58676" y1="54562" x2="58676" y2="54562"/>
                        <a14:foregroundMark x1="61538" y1="50984" x2="62612" y2="61181"/>
                        <a14:foregroundMark x1="76923" y1="8945" x2="88730" y2="24866"/>
                        <a14:foregroundMark x1="88730" y1="24866" x2="91055" y2="26297"/>
                        <a14:foregroundMark x1="91413" y1="28623" x2="80680" y2="15921"/>
                        <a14:foregroundMark x1="80680" y1="15921" x2="79606" y2="12165"/>
                        <a14:foregroundMark x1="88551" y1="30054" x2="81932" y2="21109"/>
                        <a14:foregroundMark x1="86583" y1="29696" x2="81574" y2="22540"/>
                        <a14:foregroundMark x1="87299" y1="16279" x2="90519" y2="30769"/>
                        <a14:foregroundMark x1="81574" y1="23256" x2="88551" y2="31485"/>
                        <a14:foregroundMark x1="77996" y1="3936" x2="84615" y2="22004"/>
                        <a14:foregroundMark x1="79785" y1="9302" x2="61717" y2="11449"/>
                        <a14:foregroundMark x1="61717" y1="11449" x2="61181" y2="13059"/>
                        <a14:foregroundMark x1="67442" y1="11986" x2="82648" y2="24150"/>
                        <a14:foregroundMark x1="82648" y1="24150" x2="83005" y2="25045"/>
                        <a14:foregroundMark x1="62791" y1="8408" x2="77996" y2="4830"/>
                        <a14:foregroundMark x1="77996" y1="4830" x2="81216" y2="10376"/>
                        <a14:foregroundMark x1="79785" y1="6977" x2="89267" y2="358"/>
                        <a14:foregroundMark x1="81395" y1="5903" x2="91950" y2="2862"/>
                        <a14:foregroundMark x1="88014" y1="15564" x2="98390" y2="22004"/>
                        <a14:foregroundMark x1="56172" y1="9839" x2="72451" y2="4651"/>
                        <a14:foregroundMark x1="72451" y1="4651" x2="79785" y2="6082"/>
                        <a14:foregroundMark x1="79606" y1="7156" x2="62612" y2="8408"/>
                        <a14:foregroundMark x1="56887" y1="10018" x2="72809" y2="4293"/>
                        <a14:foregroundMark x1="63148" y1="7156" x2="78175" y2="5725"/>
                        <a14:foregroundMark x1="78175" y1="5725" x2="79785" y2="7513"/>
                        <a14:foregroundMark x1="76029" y1="5903" x2="72093" y2="4293"/>
                        <a14:foregroundMark x1="71020" y1="3041" x2="71020" y2="3041"/>
                        <a14:foregroundMark x1="66726" y1="4830" x2="66726" y2="4830"/>
                        <a14:foregroundMark x1="55277" y1="35599" x2="61181" y2="26476"/>
                        <a14:foregroundMark x1="45796" y1="45796" x2="69767" y2="894"/>
                        <a14:foregroundMark x1="69767" y1="894" x2="69767" y2="894"/>
                        <a14:foregroundMark x1="23256" y1="83005" x2="10197" y2="61538"/>
                        <a14:foregroundMark x1="10197" y1="61538" x2="7871" y2="45438"/>
                        <a14:foregroundMark x1="7871" y1="45438" x2="11628" y2="30590"/>
                        <a14:foregroundMark x1="24866" y1="84794" x2="8766" y2="64043"/>
                        <a14:foregroundMark x1="8766" y1="64043" x2="7871" y2="47585"/>
                        <a14:foregroundMark x1="7871" y1="47585" x2="10018" y2="39177"/>
                        <a14:foregroundMark x1="26118" y1="85689" x2="7871" y2="62970"/>
                        <a14:foregroundMark x1="7871" y1="62970" x2="6440" y2="47048"/>
                        <a14:foregroundMark x1="6440" y1="47048" x2="7692" y2="40608"/>
                        <a14:foregroundMark x1="11449" y1="69589" x2="11449" y2="69589"/>
                        <a14:foregroundMark x1="6977" y1="63148" x2="14490" y2="73703"/>
                        <a14:foregroundMark x1="4293" y1="60286" x2="10018" y2="69410"/>
                        <a14:foregroundMark x1="9302" y1="25581" x2="10376" y2="37746"/>
                        <a14:foregroundMark x1="23614" y1="71020" x2="19320" y2="46691"/>
                        <a14:foregroundMark x1="28086" y1="85510" x2="13059" y2="76923"/>
                        <a14:foregroundMark x1="13059" y1="76923" x2="11807" y2="74240"/>
                        <a14:foregroundMark x1="40429" y1="92487" x2="22182" y2="87478"/>
                        <a14:foregroundMark x1="48122" y1="95170" x2="34168" y2="98032"/>
                        <a14:foregroundMark x1="39714" y1="93918" x2="27370" y2="89803"/>
                        <a14:foregroundMark x1="25045" y1="86047" x2="12343" y2="76208"/>
                        <a14:foregroundMark x1="87299" y1="75492" x2="92665" y2="59213"/>
                        <a14:foregroundMark x1="92665" y1="59213" x2="91055" y2="36673"/>
                        <a14:foregroundMark x1="11449" y1="51699" x2="17531" y2="28086"/>
                        <a14:foregroundMark x1="17531" y1="28086" x2="31485" y2="16100"/>
                        <a14:foregroundMark x1="31485" y1="16100" x2="50089" y2="10912"/>
                        <a14:foregroundMark x1="50089" y1="10912" x2="55098" y2="118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45496" y="4554264"/>
            <a:ext cx="1675944" cy="167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69909B38-922F-0768-7562-1C04B8A26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025252"/>
            <a:ext cx="4505325" cy="4351339"/>
          </a:xfrm>
        </p:spPr>
        <p:txBody>
          <a:bodyPr>
            <a:normAutofit fontScale="55000" lnSpcReduction="20000"/>
          </a:bodyPr>
          <a:lstStyle/>
          <a:p>
            <a:endParaRPr lang="es-MX" dirty="0"/>
          </a:p>
          <a:p>
            <a:r>
              <a:rPr lang="es-MX" dirty="0"/>
              <a:t>Diálogo para motivar a docentes a que participen. </a:t>
            </a:r>
          </a:p>
          <a:p>
            <a:r>
              <a:rPr lang="es-MX" dirty="0"/>
              <a:t>Propuestas de planeación y rutas de trabajo.</a:t>
            </a:r>
          </a:p>
          <a:p>
            <a:r>
              <a:rPr lang="es-MX" dirty="0"/>
              <a:t>Compra anual de libros para estudiantes por parte del rector</a:t>
            </a:r>
          </a:p>
          <a:p>
            <a:r>
              <a:rPr lang="es-MX" dirty="0"/>
              <a:t>Acompañamiento en aula.</a:t>
            </a:r>
          </a:p>
          <a:p>
            <a:r>
              <a:rPr lang="es-MX" dirty="0"/>
              <a:t>Envío de propuestas y materiales educativos para el desarrollo en aula a docentes por parte de la maestra de la experiencia.</a:t>
            </a:r>
          </a:p>
          <a:p>
            <a:r>
              <a:rPr lang="es-MX" dirty="0"/>
              <a:t>Uso de libros en físico y digitalizados.</a:t>
            </a:r>
          </a:p>
          <a:p>
            <a:r>
              <a:rPr lang="es-MX" dirty="0"/>
              <a:t>Comunicación por WhatsApp, móvil, correo y cara a cara.</a:t>
            </a:r>
          </a:p>
          <a:p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C0023AE-6D5A-A897-3A3A-CADB650E4C9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7218" y="2193182"/>
            <a:ext cx="4213183" cy="2675681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697A276-0A0B-F026-786B-270068982A9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8" b="98032" l="4114" r="98390">
                        <a14:foregroundMark x1="53488" y1="73524" x2="52415" y2="95528"/>
                        <a14:foregroundMark x1="89445" y1="73524" x2="85510" y2="80143"/>
                        <a14:foregroundMark x1="90340" y1="74240" x2="90340" y2="74240"/>
                        <a14:foregroundMark x1="91234" y1="74061" x2="91234" y2="74061"/>
                        <a14:foregroundMark x1="92129" y1="72272" x2="92129" y2="72272"/>
                        <a14:foregroundMark x1="64937" y1="87657" x2="69946" y2="90519"/>
                        <a14:foregroundMark x1="61002" y1="86762" x2="77639" y2="91592"/>
                        <a14:foregroundMark x1="57603" y1="84973" x2="70483" y2="87657"/>
                        <a14:foregroundMark x1="63685" y1="48658" x2="56708" y2="75134"/>
                        <a14:foregroundMark x1="52773" y1="52057" x2="50268" y2="90519"/>
                        <a14:foregroundMark x1="52415" y1="47943" x2="50268" y2="79785"/>
                        <a14:foregroundMark x1="43649" y1="47048" x2="43649" y2="78175"/>
                        <a14:foregroundMark x1="36315" y1="65474" x2="48837" y2="47406"/>
                        <a14:foregroundMark x1="37388" y1="63148" x2="59571" y2="49732"/>
                        <a14:foregroundMark x1="45438" y1="71556" x2="53309" y2="49016"/>
                        <a14:foregroundMark x1="49732" y1="67800" x2="48658" y2="52952"/>
                        <a14:foregroundMark x1="56530" y1="71914" x2="61538" y2="54562"/>
                        <a14:foregroundMark x1="53131" y1="72272" x2="55277" y2="57603"/>
                        <a14:foregroundMark x1="55277" y1="57603" x2="63685" y2="45081"/>
                        <a14:foregroundMark x1="57066" y1="72630" x2="59750" y2="58497"/>
                        <a14:foregroundMark x1="59750" y1="58497" x2="64580" y2="49732"/>
                        <a14:foregroundMark x1="56351" y1="66726" x2="69767" y2="48301"/>
                        <a14:foregroundMark x1="56530" y1="61538" x2="67442" y2="51699"/>
                        <a14:foregroundMark x1="58676" y1="54562" x2="58676" y2="54562"/>
                        <a14:foregroundMark x1="61538" y1="50984" x2="62612" y2="61181"/>
                        <a14:foregroundMark x1="76923" y1="8945" x2="88730" y2="24866"/>
                        <a14:foregroundMark x1="88730" y1="24866" x2="91055" y2="26297"/>
                        <a14:foregroundMark x1="91413" y1="28623" x2="80680" y2="15921"/>
                        <a14:foregroundMark x1="80680" y1="15921" x2="79606" y2="12165"/>
                        <a14:foregroundMark x1="88551" y1="30054" x2="81932" y2="21109"/>
                        <a14:foregroundMark x1="86583" y1="29696" x2="81574" y2="22540"/>
                        <a14:foregroundMark x1="87299" y1="16279" x2="90519" y2="30769"/>
                        <a14:foregroundMark x1="81574" y1="23256" x2="88551" y2="31485"/>
                        <a14:foregroundMark x1="77996" y1="3936" x2="84615" y2="22004"/>
                        <a14:foregroundMark x1="79785" y1="9302" x2="61717" y2="11449"/>
                        <a14:foregroundMark x1="61717" y1="11449" x2="61181" y2="13059"/>
                        <a14:foregroundMark x1="67442" y1="11986" x2="82648" y2="24150"/>
                        <a14:foregroundMark x1="82648" y1="24150" x2="83005" y2="25045"/>
                        <a14:foregroundMark x1="62791" y1="8408" x2="77996" y2="4830"/>
                        <a14:foregroundMark x1="77996" y1="4830" x2="81216" y2="10376"/>
                        <a14:foregroundMark x1="79785" y1="6977" x2="89267" y2="358"/>
                        <a14:foregroundMark x1="81395" y1="5903" x2="91950" y2="2862"/>
                        <a14:foregroundMark x1="88014" y1="15564" x2="98390" y2="22004"/>
                        <a14:foregroundMark x1="56172" y1="9839" x2="72451" y2="4651"/>
                        <a14:foregroundMark x1="72451" y1="4651" x2="79785" y2="6082"/>
                        <a14:foregroundMark x1="79606" y1="7156" x2="62612" y2="8408"/>
                        <a14:foregroundMark x1="56887" y1="10018" x2="72809" y2="4293"/>
                        <a14:foregroundMark x1="63148" y1="7156" x2="78175" y2="5725"/>
                        <a14:foregroundMark x1="78175" y1="5725" x2="79785" y2="7513"/>
                        <a14:foregroundMark x1="76029" y1="5903" x2="72093" y2="4293"/>
                        <a14:foregroundMark x1="71020" y1="3041" x2="71020" y2="3041"/>
                        <a14:foregroundMark x1="66726" y1="4830" x2="66726" y2="4830"/>
                        <a14:foregroundMark x1="55277" y1="35599" x2="61181" y2="26476"/>
                        <a14:foregroundMark x1="45796" y1="45796" x2="69767" y2="894"/>
                        <a14:foregroundMark x1="69767" y1="894" x2="69767" y2="894"/>
                        <a14:foregroundMark x1="23256" y1="83005" x2="10197" y2="61538"/>
                        <a14:foregroundMark x1="10197" y1="61538" x2="7871" y2="45438"/>
                        <a14:foregroundMark x1="7871" y1="45438" x2="11628" y2="30590"/>
                        <a14:foregroundMark x1="24866" y1="84794" x2="8766" y2="64043"/>
                        <a14:foregroundMark x1="8766" y1="64043" x2="7871" y2="47585"/>
                        <a14:foregroundMark x1="7871" y1="47585" x2="10018" y2="39177"/>
                        <a14:foregroundMark x1="26118" y1="85689" x2="7871" y2="62970"/>
                        <a14:foregroundMark x1="7871" y1="62970" x2="6440" y2="47048"/>
                        <a14:foregroundMark x1="6440" y1="47048" x2="7692" y2="40608"/>
                        <a14:foregroundMark x1="11449" y1="69589" x2="11449" y2="69589"/>
                        <a14:foregroundMark x1="6977" y1="63148" x2="14490" y2="73703"/>
                        <a14:foregroundMark x1="4293" y1="60286" x2="10018" y2="69410"/>
                        <a14:foregroundMark x1="9302" y1="25581" x2="10376" y2="37746"/>
                        <a14:foregroundMark x1="23614" y1="71020" x2="19320" y2="46691"/>
                        <a14:foregroundMark x1="28086" y1="85510" x2="13059" y2="76923"/>
                        <a14:foregroundMark x1="13059" y1="76923" x2="11807" y2="74240"/>
                        <a14:foregroundMark x1="40429" y1="92487" x2="22182" y2="87478"/>
                        <a14:foregroundMark x1="48122" y1="95170" x2="34168" y2="98032"/>
                        <a14:foregroundMark x1="39714" y1="93918" x2="27370" y2="89803"/>
                        <a14:foregroundMark x1="25045" y1="86047" x2="12343" y2="76208"/>
                        <a14:foregroundMark x1="87299" y1="75492" x2="92665" y2="59213"/>
                        <a14:foregroundMark x1="92665" y1="59213" x2="91055" y2="36673"/>
                        <a14:foregroundMark x1="11449" y1="51699" x2="17531" y2="28086"/>
                        <a14:foregroundMark x1="17531" y1="28086" x2="31485" y2="16100"/>
                        <a14:foregroundMark x1="31485" y1="16100" x2="50089" y2="10912"/>
                        <a14:foregroundMark x1="50089" y1="10912" x2="55098" y2="118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45496" y="4554264"/>
            <a:ext cx="1675944" cy="167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A4817DC-9BFB-6D5D-EAD9-ACE8E8D1B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280" y="2385376"/>
            <a:ext cx="6460331" cy="4351339"/>
          </a:xfrm>
        </p:spPr>
        <p:txBody>
          <a:bodyPr>
            <a:normAutofit fontScale="55000" lnSpcReduction="20000"/>
          </a:bodyPr>
          <a:lstStyle/>
          <a:p>
            <a:r>
              <a:rPr lang="es-MX" dirty="0"/>
              <a:t>Motivación y visita a docentes, </a:t>
            </a:r>
          </a:p>
          <a:p>
            <a:r>
              <a:rPr lang="es-MX" dirty="0"/>
              <a:t>Propuestas de rutas pedagógicas y didácticas de acercamiento a la distintas formas de leer, escribir, hablar, teatralizar.</a:t>
            </a:r>
          </a:p>
          <a:p>
            <a:r>
              <a:rPr lang="es-MX" dirty="0"/>
              <a:t>Invitación, participación, corrección  y producción escrita desde la revista Goma por maestros y estudiantes.</a:t>
            </a:r>
          </a:p>
          <a:p>
            <a:r>
              <a:rPr lang="es-MX" dirty="0"/>
              <a:t>Revista con diagramación y contenido importante para atraer al lector. Con la posibilidad de que la conozcan local, nacional, e internacional.</a:t>
            </a:r>
          </a:p>
          <a:p>
            <a:r>
              <a:rPr lang="es-MX" dirty="0"/>
              <a:t>Desarrollo de actividades de lectura, escritura, oralidad para potenciar.</a:t>
            </a:r>
          </a:p>
          <a:p>
            <a:r>
              <a:rPr lang="es-MX" dirty="0"/>
              <a:t>Gusto de los estudiantes de las actividades que se proponen.</a:t>
            </a:r>
          </a:p>
          <a:p>
            <a:r>
              <a:rPr lang="es-MX" dirty="0"/>
              <a:t>Uso de sitios agradables para el desarrollo de actividades.</a:t>
            </a:r>
          </a:p>
          <a:p>
            <a:r>
              <a:rPr lang="es-MX" dirty="0"/>
              <a:t>Visita de los estudiantes de primaria a la sede principal.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34AD918-D6E2-0596-212F-6E2F71EDF64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7606" y="2062321"/>
            <a:ext cx="2875122" cy="287512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58F16F9-9692-0475-FA32-E99F5D43CAA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8" b="98032" l="4114" r="98390">
                        <a14:foregroundMark x1="53488" y1="73524" x2="52415" y2="95528"/>
                        <a14:foregroundMark x1="89445" y1="73524" x2="85510" y2="80143"/>
                        <a14:foregroundMark x1="90340" y1="74240" x2="90340" y2="74240"/>
                        <a14:foregroundMark x1="91234" y1="74061" x2="91234" y2="74061"/>
                        <a14:foregroundMark x1="92129" y1="72272" x2="92129" y2="72272"/>
                        <a14:foregroundMark x1="64937" y1="87657" x2="69946" y2="90519"/>
                        <a14:foregroundMark x1="61002" y1="86762" x2="77639" y2="91592"/>
                        <a14:foregroundMark x1="57603" y1="84973" x2="70483" y2="87657"/>
                        <a14:foregroundMark x1="63685" y1="48658" x2="56708" y2="75134"/>
                        <a14:foregroundMark x1="52773" y1="52057" x2="50268" y2="90519"/>
                        <a14:foregroundMark x1="52415" y1="47943" x2="50268" y2="79785"/>
                        <a14:foregroundMark x1="43649" y1="47048" x2="43649" y2="78175"/>
                        <a14:foregroundMark x1="36315" y1="65474" x2="48837" y2="47406"/>
                        <a14:foregroundMark x1="37388" y1="63148" x2="59571" y2="49732"/>
                        <a14:foregroundMark x1="45438" y1="71556" x2="53309" y2="49016"/>
                        <a14:foregroundMark x1="49732" y1="67800" x2="48658" y2="52952"/>
                        <a14:foregroundMark x1="56530" y1="71914" x2="61538" y2="54562"/>
                        <a14:foregroundMark x1="53131" y1="72272" x2="55277" y2="57603"/>
                        <a14:foregroundMark x1="55277" y1="57603" x2="63685" y2="45081"/>
                        <a14:foregroundMark x1="57066" y1="72630" x2="59750" y2="58497"/>
                        <a14:foregroundMark x1="59750" y1="58497" x2="64580" y2="49732"/>
                        <a14:foregroundMark x1="56351" y1="66726" x2="69767" y2="48301"/>
                        <a14:foregroundMark x1="56530" y1="61538" x2="67442" y2="51699"/>
                        <a14:foregroundMark x1="58676" y1="54562" x2="58676" y2="54562"/>
                        <a14:foregroundMark x1="61538" y1="50984" x2="62612" y2="61181"/>
                        <a14:foregroundMark x1="76923" y1="8945" x2="88730" y2="24866"/>
                        <a14:foregroundMark x1="88730" y1="24866" x2="91055" y2="26297"/>
                        <a14:foregroundMark x1="91413" y1="28623" x2="80680" y2="15921"/>
                        <a14:foregroundMark x1="80680" y1="15921" x2="79606" y2="12165"/>
                        <a14:foregroundMark x1="88551" y1="30054" x2="81932" y2="21109"/>
                        <a14:foregroundMark x1="86583" y1="29696" x2="81574" y2="22540"/>
                        <a14:foregroundMark x1="87299" y1="16279" x2="90519" y2="30769"/>
                        <a14:foregroundMark x1="81574" y1="23256" x2="88551" y2="31485"/>
                        <a14:foregroundMark x1="77996" y1="3936" x2="84615" y2="22004"/>
                        <a14:foregroundMark x1="79785" y1="9302" x2="61717" y2="11449"/>
                        <a14:foregroundMark x1="61717" y1="11449" x2="61181" y2="13059"/>
                        <a14:foregroundMark x1="67442" y1="11986" x2="82648" y2="24150"/>
                        <a14:foregroundMark x1="82648" y1="24150" x2="83005" y2="25045"/>
                        <a14:foregroundMark x1="62791" y1="8408" x2="77996" y2="4830"/>
                        <a14:foregroundMark x1="77996" y1="4830" x2="81216" y2="10376"/>
                        <a14:foregroundMark x1="79785" y1="6977" x2="89267" y2="358"/>
                        <a14:foregroundMark x1="81395" y1="5903" x2="91950" y2="2862"/>
                        <a14:foregroundMark x1="88014" y1="15564" x2="98390" y2="22004"/>
                        <a14:foregroundMark x1="56172" y1="9839" x2="72451" y2="4651"/>
                        <a14:foregroundMark x1="72451" y1="4651" x2="79785" y2="6082"/>
                        <a14:foregroundMark x1="79606" y1="7156" x2="62612" y2="8408"/>
                        <a14:foregroundMark x1="56887" y1="10018" x2="72809" y2="4293"/>
                        <a14:foregroundMark x1="63148" y1="7156" x2="78175" y2="5725"/>
                        <a14:foregroundMark x1="78175" y1="5725" x2="79785" y2="7513"/>
                        <a14:foregroundMark x1="76029" y1="5903" x2="72093" y2="4293"/>
                        <a14:foregroundMark x1="71020" y1="3041" x2="71020" y2="3041"/>
                        <a14:foregroundMark x1="66726" y1="4830" x2="66726" y2="4830"/>
                        <a14:foregroundMark x1="55277" y1="35599" x2="61181" y2="26476"/>
                        <a14:foregroundMark x1="45796" y1="45796" x2="69767" y2="894"/>
                        <a14:foregroundMark x1="69767" y1="894" x2="69767" y2="894"/>
                        <a14:foregroundMark x1="23256" y1="83005" x2="10197" y2="61538"/>
                        <a14:foregroundMark x1="10197" y1="61538" x2="7871" y2="45438"/>
                        <a14:foregroundMark x1="7871" y1="45438" x2="11628" y2="30590"/>
                        <a14:foregroundMark x1="24866" y1="84794" x2="8766" y2="64043"/>
                        <a14:foregroundMark x1="8766" y1="64043" x2="7871" y2="47585"/>
                        <a14:foregroundMark x1="7871" y1="47585" x2="10018" y2="39177"/>
                        <a14:foregroundMark x1="26118" y1="85689" x2="7871" y2="62970"/>
                        <a14:foregroundMark x1="7871" y1="62970" x2="6440" y2="47048"/>
                        <a14:foregroundMark x1="6440" y1="47048" x2="7692" y2="40608"/>
                        <a14:foregroundMark x1="11449" y1="69589" x2="11449" y2="69589"/>
                        <a14:foregroundMark x1="6977" y1="63148" x2="14490" y2="73703"/>
                        <a14:foregroundMark x1="4293" y1="60286" x2="10018" y2="69410"/>
                        <a14:foregroundMark x1="9302" y1="25581" x2="10376" y2="37746"/>
                        <a14:foregroundMark x1="23614" y1="71020" x2="19320" y2="46691"/>
                        <a14:foregroundMark x1="28086" y1="85510" x2="13059" y2="76923"/>
                        <a14:foregroundMark x1="13059" y1="76923" x2="11807" y2="74240"/>
                        <a14:foregroundMark x1="40429" y1="92487" x2="22182" y2="87478"/>
                        <a14:foregroundMark x1="48122" y1="95170" x2="34168" y2="98032"/>
                        <a14:foregroundMark x1="39714" y1="93918" x2="27370" y2="89803"/>
                        <a14:foregroundMark x1="25045" y1="86047" x2="12343" y2="76208"/>
                        <a14:foregroundMark x1="87299" y1="75492" x2="92665" y2="59213"/>
                        <a14:foregroundMark x1="92665" y1="59213" x2="91055" y2="36673"/>
                        <a14:foregroundMark x1="11449" y1="51699" x2="17531" y2="28086"/>
                        <a14:foregroundMark x1="17531" y1="28086" x2="31485" y2="16100"/>
                        <a14:foregroundMark x1="31485" y1="16100" x2="50089" y2="10912"/>
                        <a14:foregroundMark x1="50089" y1="10912" x2="55098" y2="118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45496" y="4554264"/>
            <a:ext cx="1675944" cy="167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5686B-A132-E2C8-6610-33D9771CE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E47CF40-95FD-DFD5-0FD4-01CB5E311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651976FE-387B-E084-F6A5-FBAB738CCC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0378920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B2ADF892-CB98-BF01-22D1-0F3EF706D2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4586534-DAF1-7BA3-DA94-86C665AE93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4" name="Marcador de contenido 4">
            <a:extLst>
              <a:ext uri="{FF2B5EF4-FFF2-40B4-BE49-F238E27FC236}">
                <a16:creationId xmlns:a16="http://schemas.microsoft.com/office/drawing/2014/main" id="{BC30914F-2B8F-D78E-CC88-2254D4A03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50" y="2173288"/>
            <a:ext cx="5803900" cy="4352925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1C07F83-67D3-58FF-4617-C8DCD00545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8" b="98032" l="4114" r="98390">
                        <a14:foregroundMark x1="53488" y1="73524" x2="52415" y2="95528"/>
                        <a14:foregroundMark x1="89445" y1="73524" x2="85510" y2="80143"/>
                        <a14:foregroundMark x1="90340" y1="74240" x2="90340" y2="74240"/>
                        <a14:foregroundMark x1="91234" y1="74061" x2="91234" y2="74061"/>
                        <a14:foregroundMark x1="92129" y1="72272" x2="92129" y2="72272"/>
                        <a14:foregroundMark x1="64937" y1="87657" x2="69946" y2="90519"/>
                        <a14:foregroundMark x1="61002" y1="86762" x2="77639" y2="91592"/>
                        <a14:foregroundMark x1="57603" y1="84973" x2="70483" y2="87657"/>
                        <a14:foregroundMark x1="63685" y1="48658" x2="56708" y2="75134"/>
                        <a14:foregroundMark x1="52773" y1="52057" x2="50268" y2="90519"/>
                        <a14:foregroundMark x1="52415" y1="47943" x2="50268" y2="79785"/>
                        <a14:foregroundMark x1="43649" y1="47048" x2="43649" y2="78175"/>
                        <a14:foregroundMark x1="36315" y1="65474" x2="48837" y2="47406"/>
                        <a14:foregroundMark x1="37388" y1="63148" x2="59571" y2="49732"/>
                        <a14:foregroundMark x1="45438" y1="71556" x2="53309" y2="49016"/>
                        <a14:foregroundMark x1="49732" y1="67800" x2="48658" y2="52952"/>
                        <a14:foregroundMark x1="56530" y1="71914" x2="61538" y2="54562"/>
                        <a14:foregroundMark x1="53131" y1="72272" x2="55277" y2="57603"/>
                        <a14:foregroundMark x1="55277" y1="57603" x2="63685" y2="45081"/>
                        <a14:foregroundMark x1="57066" y1="72630" x2="59750" y2="58497"/>
                        <a14:foregroundMark x1="59750" y1="58497" x2="64580" y2="49732"/>
                        <a14:foregroundMark x1="56351" y1="66726" x2="69767" y2="48301"/>
                        <a14:foregroundMark x1="56530" y1="61538" x2="67442" y2="51699"/>
                        <a14:foregroundMark x1="58676" y1="54562" x2="58676" y2="54562"/>
                        <a14:foregroundMark x1="61538" y1="50984" x2="62612" y2="61181"/>
                        <a14:foregroundMark x1="76923" y1="8945" x2="88730" y2="24866"/>
                        <a14:foregroundMark x1="88730" y1="24866" x2="91055" y2="26297"/>
                        <a14:foregroundMark x1="91413" y1="28623" x2="80680" y2="15921"/>
                        <a14:foregroundMark x1="80680" y1="15921" x2="79606" y2="12165"/>
                        <a14:foregroundMark x1="88551" y1="30054" x2="81932" y2="21109"/>
                        <a14:foregroundMark x1="86583" y1="29696" x2="81574" y2="22540"/>
                        <a14:foregroundMark x1="87299" y1="16279" x2="90519" y2="30769"/>
                        <a14:foregroundMark x1="81574" y1="23256" x2="88551" y2="31485"/>
                        <a14:foregroundMark x1="77996" y1="3936" x2="84615" y2="22004"/>
                        <a14:foregroundMark x1="79785" y1="9302" x2="61717" y2="11449"/>
                        <a14:foregroundMark x1="61717" y1="11449" x2="61181" y2="13059"/>
                        <a14:foregroundMark x1="67442" y1="11986" x2="82648" y2="24150"/>
                        <a14:foregroundMark x1="82648" y1="24150" x2="83005" y2="25045"/>
                        <a14:foregroundMark x1="62791" y1="8408" x2="77996" y2="4830"/>
                        <a14:foregroundMark x1="77996" y1="4830" x2="81216" y2="10376"/>
                        <a14:foregroundMark x1="79785" y1="6977" x2="89267" y2="358"/>
                        <a14:foregroundMark x1="81395" y1="5903" x2="91950" y2="2862"/>
                        <a14:foregroundMark x1="88014" y1="15564" x2="98390" y2="22004"/>
                        <a14:foregroundMark x1="56172" y1="9839" x2="72451" y2="4651"/>
                        <a14:foregroundMark x1="72451" y1="4651" x2="79785" y2="6082"/>
                        <a14:foregroundMark x1="79606" y1="7156" x2="62612" y2="8408"/>
                        <a14:foregroundMark x1="56887" y1="10018" x2="72809" y2="4293"/>
                        <a14:foregroundMark x1="63148" y1="7156" x2="78175" y2="5725"/>
                        <a14:foregroundMark x1="78175" y1="5725" x2="79785" y2="7513"/>
                        <a14:foregroundMark x1="76029" y1="5903" x2="72093" y2="4293"/>
                        <a14:foregroundMark x1="71020" y1="3041" x2="71020" y2="3041"/>
                        <a14:foregroundMark x1="66726" y1="4830" x2="66726" y2="4830"/>
                        <a14:foregroundMark x1="55277" y1="35599" x2="61181" y2="26476"/>
                        <a14:foregroundMark x1="45796" y1="45796" x2="69767" y2="894"/>
                        <a14:foregroundMark x1="69767" y1="894" x2="69767" y2="894"/>
                        <a14:foregroundMark x1="23256" y1="83005" x2="10197" y2="61538"/>
                        <a14:foregroundMark x1="10197" y1="61538" x2="7871" y2="45438"/>
                        <a14:foregroundMark x1="7871" y1="45438" x2="11628" y2="30590"/>
                        <a14:foregroundMark x1="24866" y1="84794" x2="8766" y2="64043"/>
                        <a14:foregroundMark x1="8766" y1="64043" x2="7871" y2="47585"/>
                        <a14:foregroundMark x1="7871" y1="47585" x2="10018" y2="39177"/>
                        <a14:foregroundMark x1="26118" y1="85689" x2="7871" y2="62970"/>
                        <a14:foregroundMark x1="7871" y1="62970" x2="6440" y2="47048"/>
                        <a14:foregroundMark x1="6440" y1="47048" x2="7692" y2="40608"/>
                        <a14:foregroundMark x1="11449" y1="69589" x2="11449" y2="69589"/>
                        <a14:foregroundMark x1="6977" y1="63148" x2="14490" y2="73703"/>
                        <a14:foregroundMark x1="4293" y1="60286" x2="10018" y2="69410"/>
                        <a14:foregroundMark x1="9302" y1="25581" x2="10376" y2="37746"/>
                        <a14:foregroundMark x1="23614" y1="71020" x2="19320" y2="46691"/>
                        <a14:foregroundMark x1="28086" y1="85510" x2="13059" y2="76923"/>
                        <a14:foregroundMark x1="13059" y1="76923" x2="11807" y2="74240"/>
                        <a14:foregroundMark x1="40429" y1="92487" x2="22182" y2="87478"/>
                        <a14:foregroundMark x1="48122" y1="95170" x2="34168" y2="98032"/>
                        <a14:foregroundMark x1="39714" y1="93918" x2="27370" y2="89803"/>
                        <a14:foregroundMark x1="25045" y1="86047" x2="12343" y2="76208"/>
                        <a14:foregroundMark x1="87299" y1="75492" x2="92665" y2="59213"/>
                        <a14:foregroundMark x1="92665" y1="59213" x2="91055" y2="36673"/>
                        <a14:foregroundMark x1="11449" y1="51699" x2="17531" y2="28086"/>
                        <a14:foregroundMark x1="17531" y1="28086" x2="31485" y2="16100"/>
                        <a14:foregroundMark x1="31485" y1="16100" x2="50089" y2="10912"/>
                        <a14:foregroundMark x1="50089" y1="10912" x2="55098" y2="118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45496" y="4554264"/>
            <a:ext cx="1675944" cy="167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833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7B218-FBFC-BF65-815A-87DBEC004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D354E96-6CE1-E032-F71B-7C3657F64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BFC4F6AA-D0EC-1AE2-B8DD-9C8A44770A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720358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E65A5B63-A911-3B49-18E2-EFA73892D7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803DA12-C418-A477-8D60-768EC7CE0A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4" name="Marcador de contenido 4">
            <a:extLst>
              <a:ext uri="{FF2B5EF4-FFF2-40B4-BE49-F238E27FC236}">
                <a16:creationId xmlns:a16="http://schemas.microsoft.com/office/drawing/2014/main" id="{EBCEA959-E839-55C8-88D0-045884D32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03" y="2138335"/>
            <a:ext cx="6055398" cy="454154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DB0E32C-49AC-9167-9906-14981AA3465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8" b="98032" l="4114" r="98390">
                        <a14:foregroundMark x1="53488" y1="73524" x2="52415" y2="95528"/>
                        <a14:foregroundMark x1="89445" y1="73524" x2="85510" y2="80143"/>
                        <a14:foregroundMark x1="90340" y1="74240" x2="90340" y2="74240"/>
                        <a14:foregroundMark x1="91234" y1="74061" x2="91234" y2="74061"/>
                        <a14:foregroundMark x1="92129" y1="72272" x2="92129" y2="72272"/>
                        <a14:foregroundMark x1="64937" y1="87657" x2="69946" y2="90519"/>
                        <a14:foregroundMark x1="61002" y1="86762" x2="77639" y2="91592"/>
                        <a14:foregroundMark x1="57603" y1="84973" x2="70483" y2="87657"/>
                        <a14:foregroundMark x1="63685" y1="48658" x2="56708" y2="75134"/>
                        <a14:foregroundMark x1="52773" y1="52057" x2="50268" y2="90519"/>
                        <a14:foregroundMark x1="52415" y1="47943" x2="50268" y2="79785"/>
                        <a14:foregroundMark x1="43649" y1="47048" x2="43649" y2="78175"/>
                        <a14:foregroundMark x1="36315" y1="65474" x2="48837" y2="47406"/>
                        <a14:foregroundMark x1="37388" y1="63148" x2="59571" y2="49732"/>
                        <a14:foregroundMark x1="45438" y1="71556" x2="53309" y2="49016"/>
                        <a14:foregroundMark x1="49732" y1="67800" x2="48658" y2="52952"/>
                        <a14:foregroundMark x1="56530" y1="71914" x2="61538" y2="54562"/>
                        <a14:foregroundMark x1="53131" y1="72272" x2="55277" y2="57603"/>
                        <a14:foregroundMark x1="55277" y1="57603" x2="63685" y2="45081"/>
                        <a14:foregroundMark x1="57066" y1="72630" x2="59750" y2="58497"/>
                        <a14:foregroundMark x1="59750" y1="58497" x2="64580" y2="49732"/>
                        <a14:foregroundMark x1="56351" y1="66726" x2="69767" y2="48301"/>
                        <a14:foregroundMark x1="56530" y1="61538" x2="67442" y2="51699"/>
                        <a14:foregroundMark x1="58676" y1="54562" x2="58676" y2="54562"/>
                        <a14:foregroundMark x1="61538" y1="50984" x2="62612" y2="61181"/>
                        <a14:foregroundMark x1="76923" y1="8945" x2="88730" y2="24866"/>
                        <a14:foregroundMark x1="88730" y1="24866" x2="91055" y2="26297"/>
                        <a14:foregroundMark x1="91413" y1="28623" x2="80680" y2="15921"/>
                        <a14:foregroundMark x1="80680" y1="15921" x2="79606" y2="12165"/>
                        <a14:foregroundMark x1="88551" y1="30054" x2="81932" y2="21109"/>
                        <a14:foregroundMark x1="86583" y1="29696" x2="81574" y2="22540"/>
                        <a14:foregroundMark x1="87299" y1="16279" x2="90519" y2="30769"/>
                        <a14:foregroundMark x1="81574" y1="23256" x2="88551" y2="31485"/>
                        <a14:foregroundMark x1="77996" y1="3936" x2="84615" y2="22004"/>
                        <a14:foregroundMark x1="79785" y1="9302" x2="61717" y2="11449"/>
                        <a14:foregroundMark x1="61717" y1="11449" x2="61181" y2="13059"/>
                        <a14:foregroundMark x1="67442" y1="11986" x2="82648" y2="24150"/>
                        <a14:foregroundMark x1="82648" y1="24150" x2="83005" y2="25045"/>
                        <a14:foregroundMark x1="62791" y1="8408" x2="77996" y2="4830"/>
                        <a14:foregroundMark x1="77996" y1="4830" x2="81216" y2="10376"/>
                        <a14:foregroundMark x1="79785" y1="6977" x2="89267" y2="358"/>
                        <a14:foregroundMark x1="81395" y1="5903" x2="91950" y2="2862"/>
                        <a14:foregroundMark x1="88014" y1="15564" x2="98390" y2="22004"/>
                        <a14:foregroundMark x1="56172" y1="9839" x2="72451" y2="4651"/>
                        <a14:foregroundMark x1="72451" y1="4651" x2="79785" y2="6082"/>
                        <a14:foregroundMark x1="79606" y1="7156" x2="62612" y2="8408"/>
                        <a14:foregroundMark x1="56887" y1="10018" x2="72809" y2="4293"/>
                        <a14:foregroundMark x1="63148" y1="7156" x2="78175" y2="5725"/>
                        <a14:foregroundMark x1="78175" y1="5725" x2="79785" y2="7513"/>
                        <a14:foregroundMark x1="76029" y1="5903" x2="72093" y2="4293"/>
                        <a14:foregroundMark x1="71020" y1="3041" x2="71020" y2="3041"/>
                        <a14:foregroundMark x1="66726" y1="4830" x2="66726" y2="4830"/>
                        <a14:foregroundMark x1="55277" y1="35599" x2="61181" y2="26476"/>
                        <a14:foregroundMark x1="45796" y1="45796" x2="69767" y2="894"/>
                        <a14:foregroundMark x1="69767" y1="894" x2="69767" y2="894"/>
                        <a14:foregroundMark x1="23256" y1="83005" x2="10197" y2="61538"/>
                        <a14:foregroundMark x1="10197" y1="61538" x2="7871" y2="45438"/>
                        <a14:foregroundMark x1="7871" y1="45438" x2="11628" y2="30590"/>
                        <a14:foregroundMark x1="24866" y1="84794" x2="8766" y2="64043"/>
                        <a14:foregroundMark x1="8766" y1="64043" x2="7871" y2="47585"/>
                        <a14:foregroundMark x1="7871" y1="47585" x2="10018" y2="39177"/>
                        <a14:foregroundMark x1="26118" y1="85689" x2="7871" y2="62970"/>
                        <a14:foregroundMark x1="7871" y1="62970" x2="6440" y2="47048"/>
                        <a14:foregroundMark x1="6440" y1="47048" x2="7692" y2="40608"/>
                        <a14:foregroundMark x1="11449" y1="69589" x2="11449" y2="69589"/>
                        <a14:foregroundMark x1="6977" y1="63148" x2="14490" y2="73703"/>
                        <a14:foregroundMark x1="4293" y1="60286" x2="10018" y2="69410"/>
                        <a14:foregroundMark x1="9302" y1="25581" x2="10376" y2="37746"/>
                        <a14:foregroundMark x1="23614" y1="71020" x2="19320" y2="46691"/>
                        <a14:foregroundMark x1="28086" y1="85510" x2="13059" y2="76923"/>
                        <a14:foregroundMark x1="13059" y1="76923" x2="11807" y2="74240"/>
                        <a14:foregroundMark x1="40429" y1="92487" x2="22182" y2="87478"/>
                        <a14:foregroundMark x1="48122" y1="95170" x2="34168" y2="98032"/>
                        <a14:foregroundMark x1="39714" y1="93918" x2="27370" y2="89803"/>
                        <a14:foregroundMark x1="25045" y1="86047" x2="12343" y2="76208"/>
                        <a14:foregroundMark x1="87299" y1="75492" x2="92665" y2="59213"/>
                        <a14:foregroundMark x1="92665" y1="59213" x2="91055" y2="36673"/>
                        <a14:foregroundMark x1="11449" y1="51699" x2="17531" y2="28086"/>
                        <a14:foregroundMark x1="17531" y1="28086" x2="31485" y2="16100"/>
                        <a14:foregroundMark x1="31485" y1="16100" x2="50089" y2="10912"/>
                        <a14:foregroundMark x1="50089" y1="10912" x2="55098" y2="118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45496" y="4554264"/>
            <a:ext cx="1675944" cy="167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15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B4A23-C52E-9A8E-EBBB-5333B3E8E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08E070B-46FD-46B7-C2F8-F2395CB0E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6E6E5921-B8DD-969C-A2AF-A5E97910B774}"/>
              </a:ext>
            </a:extLst>
          </p:cNvPr>
          <p:cNvGraphicFramePr/>
          <p:nvPr/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24526770-6578-FACA-B3E5-54BEFEC96C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C3A2160-F19A-00E2-FF3F-FFBE829459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C283BB38-A16D-1517-7B8D-2C59443B7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991" y="2100167"/>
            <a:ext cx="5998892" cy="449916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24562F9-FB07-53DF-9F60-9D141BF77E4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8" b="98032" l="4114" r="98390">
                        <a14:foregroundMark x1="53488" y1="73524" x2="52415" y2="95528"/>
                        <a14:foregroundMark x1="89445" y1="73524" x2="85510" y2="80143"/>
                        <a14:foregroundMark x1="90340" y1="74240" x2="90340" y2="74240"/>
                        <a14:foregroundMark x1="91234" y1="74061" x2="91234" y2="74061"/>
                        <a14:foregroundMark x1="92129" y1="72272" x2="92129" y2="72272"/>
                        <a14:foregroundMark x1="64937" y1="87657" x2="69946" y2="90519"/>
                        <a14:foregroundMark x1="61002" y1="86762" x2="77639" y2="91592"/>
                        <a14:foregroundMark x1="57603" y1="84973" x2="70483" y2="87657"/>
                        <a14:foregroundMark x1="63685" y1="48658" x2="56708" y2="75134"/>
                        <a14:foregroundMark x1="52773" y1="52057" x2="50268" y2="90519"/>
                        <a14:foregroundMark x1="52415" y1="47943" x2="50268" y2="79785"/>
                        <a14:foregroundMark x1="43649" y1="47048" x2="43649" y2="78175"/>
                        <a14:foregroundMark x1="36315" y1="65474" x2="48837" y2="47406"/>
                        <a14:foregroundMark x1="37388" y1="63148" x2="59571" y2="49732"/>
                        <a14:foregroundMark x1="45438" y1="71556" x2="53309" y2="49016"/>
                        <a14:foregroundMark x1="49732" y1="67800" x2="48658" y2="52952"/>
                        <a14:foregroundMark x1="56530" y1="71914" x2="61538" y2="54562"/>
                        <a14:foregroundMark x1="53131" y1="72272" x2="55277" y2="57603"/>
                        <a14:foregroundMark x1="55277" y1="57603" x2="63685" y2="45081"/>
                        <a14:foregroundMark x1="57066" y1="72630" x2="59750" y2="58497"/>
                        <a14:foregroundMark x1="59750" y1="58497" x2="64580" y2="49732"/>
                        <a14:foregroundMark x1="56351" y1="66726" x2="69767" y2="48301"/>
                        <a14:foregroundMark x1="56530" y1="61538" x2="67442" y2="51699"/>
                        <a14:foregroundMark x1="58676" y1="54562" x2="58676" y2="54562"/>
                        <a14:foregroundMark x1="61538" y1="50984" x2="62612" y2="61181"/>
                        <a14:foregroundMark x1="76923" y1="8945" x2="88730" y2="24866"/>
                        <a14:foregroundMark x1="88730" y1="24866" x2="91055" y2="26297"/>
                        <a14:foregroundMark x1="91413" y1="28623" x2="80680" y2="15921"/>
                        <a14:foregroundMark x1="80680" y1="15921" x2="79606" y2="12165"/>
                        <a14:foregroundMark x1="88551" y1="30054" x2="81932" y2="21109"/>
                        <a14:foregroundMark x1="86583" y1="29696" x2="81574" y2="22540"/>
                        <a14:foregroundMark x1="87299" y1="16279" x2="90519" y2="30769"/>
                        <a14:foregroundMark x1="81574" y1="23256" x2="88551" y2="31485"/>
                        <a14:foregroundMark x1="77996" y1="3936" x2="84615" y2="22004"/>
                        <a14:foregroundMark x1="79785" y1="9302" x2="61717" y2="11449"/>
                        <a14:foregroundMark x1="61717" y1="11449" x2="61181" y2="13059"/>
                        <a14:foregroundMark x1="67442" y1="11986" x2="82648" y2="24150"/>
                        <a14:foregroundMark x1="82648" y1="24150" x2="83005" y2="25045"/>
                        <a14:foregroundMark x1="62791" y1="8408" x2="77996" y2="4830"/>
                        <a14:foregroundMark x1="77996" y1="4830" x2="81216" y2="10376"/>
                        <a14:foregroundMark x1="79785" y1="6977" x2="89267" y2="358"/>
                        <a14:foregroundMark x1="81395" y1="5903" x2="91950" y2="2862"/>
                        <a14:foregroundMark x1="88014" y1="15564" x2="98390" y2="22004"/>
                        <a14:foregroundMark x1="56172" y1="9839" x2="72451" y2="4651"/>
                        <a14:foregroundMark x1="72451" y1="4651" x2="79785" y2="6082"/>
                        <a14:foregroundMark x1="79606" y1="7156" x2="62612" y2="8408"/>
                        <a14:foregroundMark x1="56887" y1="10018" x2="72809" y2="4293"/>
                        <a14:foregroundMark x1="63148" y1="7156" x2="78175" y2="5725"/>
                        <a14:foregroundMark x1="78175" y1="5725" x2="79785" y2="7513"/>
                        <a14:foregroundMark x1="76029" y1="5903" x2="72093" y2="4293"/>
                        <a14:foregroundMark x1="71020" y1="3041" x2="71020" y2="3041"/>
                        <a14:foregroundMark x1="66726" y1="4830" x2="66726" y2="4830"/>
                        <a14:foregroundMark x1="55277" y1="35599" x2="61181" y2="26476"/>
                        <a14:foregroundMark x1="45796" y1="45796" x2="69767" y2="894"/>
                        <a14:foregroundMark x1="69767" y1="894" x2="69767" y2="894"/>
                        <a14:foregroundMark x1="23256" y1="83005" x2="10197" y2="61538"/>
                        <a14:foregroundMark x1="10197" y1="61538" x2="7871" y2="45438"/>
                        <a14:foregroundMark x1="7871" y1="45438" x2="11628" y2="30590"/>
                        <a14:foregroundMark x1="24866" y1="84794" x2="8766" y2="64043"/>
                        <a14:foregroundMark x1="8766" y1="64043" x2="7871" y2="47585"/>
                        <a14:foregroundMark x1="7871" y1="47585" x2="10018" y2="39177"/>
                        <a14:foregroundMark x1="26118" y1="85689" x2="7871" y2="62970"/>
                        <a14:foregroundMark x1="7871" y1="62970" x2="6440" y2="47048"/>
                        <a14:foregroundMark x1="6440" y1="47048" x2="7692" y2="40608"/>
                        <a14:foregroundMark x1="11449" y1="69589" x2="11449" y2="69589"/>
                        <a14:foregroundMark x1="6977" y1="63148" x2="14490" y2="73703"/>
                        <a14:foregroundMark x1="4293" y1="60286" x2="10018" y2="69410"/>
                        <a14:foregroundMark x1="9302" y1="25581" x2="10376" y2="37746"/>
                        <a14:foregroundMark x1="23614" y1="71020" x2="19320" y2="46691"/>
                        <a14:foregroundMark x1="28086" y1="85510" x2="13059" y2="76923"/>
                        <a14:foregroundMark x1="13059" y1="76923" x2="11807" y2="74240"/>
                        <a14:foregroundMark x1="40429" y1="92487" x2="22182" y2="87478"/>
                        <a14:foregroundMark x1="48122" y1="95170" x2="34168" y2="98032"/>
                        <a14:foregroundMark x1="39714" y1="93918" x2="27370" y2="89803"/>
                        <a14:foregroundMark x1="25045" y1="86047" x2="12343" y2="76208"/>
                        <a14:foregroundMark x1="87299" y1="75492" x2="92665" y2="59213"/>
                        <a14:foregroundMark x1="92665" y1="59213" x2="91055" y2="36673"/>
                        <a14:foregroundMark x1="11449" y1="51699" x2="17531" y2="28086"/>
                        <a14:foregroundMark x1="17531" y1="28086" x2="31485" y2="16100"/>
                        <a14:foregroundMark x1="31485" y1="16100" x2="50089" y2="10912"/>
                        <a14:foregroundMark x1="50089" y1="10912" x2="55098" y2="118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45496" y="4554264"/>
            <a:ext cx="1675944" cy="167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750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420" y="3154363"/>
            <a:ext cx="8229600" cy="185166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dirty="0" err="1"/>
              <a:t>Responsable</a:t>
            </a:r>
            <a:r>
              <a:rPr dirty="0"/>
              <a:t>: </a:t>
            </a:r>
            <a:r>
              <a:rPr lang="es-CO" dirty="0"/>
              <a:t>Nancy Pascuas</a:t>
            </a:r>
          </a:p>
          <a:p>
            <a:pPr marL="0" indent="0" algn="ctr">
              <a:buNone/>
            </a:pPr>
            <a:r>
              <a:rPr dirty="0"/>
              <a:t>Correo: </a:t>
            </a:r>
            <a:r>
              <a:rPr lang="es-CO" dirty="0"/>
              <a:t>nancy.pascuas@normalpitalito.edu.co</a:t>
            </a:r>
            <a:endParaRPr dirty="0"/>
          </a:p>
          <a:p>
            <a:pPr marL="0" indent="0" algn="ctr">
              <a:buNone/>
            </a:pPr>
            <a:r>
              <a:rPr dirty="0" err="1"/>
              <a:t>Teléfono</a:t>
            </a:r>
            <a:r>
              <a:rPr lang="es-MX" dirty="0"/>
              <a:t>: </a:t>
            </a:r>
            <a:r>
              <a:rPr lang="es-CO" dirty="0">
                <a:latin typeface="Arial" panose="020B0604020202020204" pitchFamily="34" charset="0"/>
                <a:ea typeface="Calibri" panose="020F0502020204030204" pitchFamily="34" charset="0"/>
              </a:rPr>
              <a:t>(315) 612 9848</a:t>
            </a:r>
            <a:endParaRPr lang="es-MX" dirty="0"/>
          </a:p>
          <a:p>
            <a:pPr marL="0" indent="0" algn="ctr">
              <a:buNone/>
            </a:pPr>
            <a:endParaRPr lang="es-CO" dirty="0"/>
          </a:p>
          <a:p>
            <a:pPr marL="0" indent="0" algn="ctr">
              <a:buNone/>
            </a:pP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6EA7243-D64B-3951-EAD3-B11F5BA86ED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358" b="98032" l="4114" r="98390">
                        <a14:foregroundMark x1="53488" y1="73524" x2="52415" y2="95528"/>
                        <a14:foregroundMark x1="89445" y1="73524" x2="85510" y2="80143"/>
                        <a14:foregroundMark x1="90340" y1="74240" x2="90340" y2="74240"/>
                        <a14:foregroundMark x1="91234" y1="74061" x2="91234" y2="74061"/>
                        <a14:foregroundMark x1="92129" y1="72272" x2="92129" y2="72272"/>
                        <a14:foregroundMark x1="64937" y1="87657" x2="69946" y2="90519"/>
                        <a14:foregroundMark x1="61002" y1="86762" x2="77639" y2="91592"/>
                        <a14:foregroundMark x1="57603" y1="84973" x2="70483" y2="87657"/>
                        <a14:foregroundMark x1="63685" y1="48658" x2="56708" y2="75134"/>
                        <a14:foregroundMark x1="52773" y1="52057" x2="50268" y2="90519"/>
                        <a14:foregroundMark x1="52415" y1="47943" x2="50268" y2="79785"/>
                        <a14:foregroundMark x1="43649" y1="47048" x2="43649" y2="78175"/>
                        <a14:foregroundMark x1="36315" y1="65474" x2="48837" y2="47406"/>
                        <a14:foregroundMark x1="37388" y1="63148" x2="59571" y2="49732"/>
                        <a14:foregroundMark x1="45438" y1="71556" x2="53309" y2="49016"/>
                        <a14:foregroundMark x1="49732" y1="67800" x2="48658" y2="52952"/>
                        <a14:foregroundMark x1="56530" y1="71914" x2="61538" y2="54562"/>
                        <a14:foregroundMark x1="53131" y1="72272" x2="55277" y2="57603"/>
                        <a14:foregroundMark x1="55277" y1="57603" x2="63685" y2="45081"/>
                        <a14:foregroundMark x1="57066" y1="72630" x2="59750" y2="58497"/>
                        <a14:foregroundMark x1="59750" y1="58497" x2="64580" y2="49732"/>
                        <a14:foregroundMark x1="56351" y1="66726" x2="69767" y2="48301"/>
                        <a14:foregroundMark x1="56530" y1="61538" x2="67442" y2="51699"/>
                        <a14:foregroundMark x1="58676" y1="54562" x2="58676" y2="54562"/>
                        <a14:foregroundMark x1="61538" y1="50984" x2="62612" y2="61181"/>
                        <a14:foregroundMark x1="76923" y1="8945" x2="88730" y2="24866"/>
                        <a14:foregroundMark x1="88730" y1="24866" x2="91055" y2="26297"/>
                        <a14:foregroundMark x1="91413" y1="28623" x2="80680" y2="15921"/>
                        <a14:foregroundMark x1="80680" y1="15921" x2="79606" y2="12165"/>
                        <a14:foregroundMark x1="88551" y1="30054" x2="81932" y2="21109"/>
                        <a14:foregroundMark x1="86583" y1="29696" x2="81574" y2="22540"/>
                        <a14:foregroundMark x1="87299" y1="16279" x2="90519" y2="30769"/>
                        <a14:foregroundMark x1="81574" y1="23256" x2="88551" y2="31485"/>
                        <a14:foregroundMark x1="77996" y1="3936" x2="84615" y2="22004"/>
                        <a14:foregroundMark x1="79785" y1="9302" x2="61717" y2="11449"/>
                        <a14:foregroundMark x1="61717" y1="11449" x2="61181" y2="13059"/>
                        <a14:foregroundMark x1="67442" y1="11986" x2="82648" y2="24150"/>
                        <a14:foregroundMark x1="82648" y1="24150" x2="83005" y2="25045"/>
                        <a14:foregroundMark x1="62791" y1="8408" x2="77996" y2="4830"/>
                        <a14:foregroundMark x1="77996" y1="4830" x2="81216" y2="10376"/>
                        <a14:foregroundMark x1="79785" y1="6977" x2="89267" y2="358"/>
                        <a14:foregroundMark x1="81395" y1="5903" x2="91950" y2="2862"/>
                        <a14:foregroundMark x1="88014" y1="15564" x2="98390" y2="22004"/>
                        <a14:foregroundMark x1="56172" y1="9839" x2="72451" y2="4651"/>
                        <a14:foregroundMark x1="72451" y1="4651" x2="79785" y2="6082"/>
                        <a14:foregroundMark x1="79606" y1="7156" x2="62612" y2="8408"/>
                        <a14:foregroundMark x1="56887" y1="10018" x2="72809" y2="4293"/>
                        <a14:foregroundMark x1="63148" y1="7156" x2="78175" y2="5725"/>
                        <a14:foregroundMark x1="78175" y1="5725" x2="79785" y2="7513"/>
                        <a14:foregroundMark x1="76029" y1="5903" x2="72093" y2="4293"/>
                        <a14:foregroundMark x1="71020" y1="3041" x2="71020" y2="3041"/>
                        <a14:foregroundMark x1="66726" y1="4830" x2="66726" y2="4830"/>
                        <a14:foregroundMark x1="55277" y1="35599" x2="61181" y2="26476"/>
                        <a14:foregroundMark x1="45796" y1="45796" x2="69767" y2="894"/>
                        <a14:foregroundMark x1="69767" y1="894" x2="69767" y2="894"/>
                        <a14:foregroundMark x1="23256" y1="83005" x2="10197" y2="61538"/>
                        <a14:foregroundMark x1="10197" y1="61538" x2="7871" y2="45438"/>
                        <a14:foregroundMark x1="7871" y1="45438" x2="11628" y2="30590"/>
                        <a14:foregroundMark x1="24866" y1="84794" x2="8766" y2="64043"/>
                        <a14:foregroundMark x1="8766" y1="64043" x2="7871" y2="47585"/>
                        <a14:foregroundMark x1="7871" y1="47585" x2="10018" y2="39177"/>
                        <a14:foregroundMark x1="26118" y1="85689" x2="7871" y2="62970"/>
                        <a14:foregroundMark x1="7871" y1="62970" x2="6440" y2="47048"/>
                        <a14:foregroundMark x1="6440" y1="47048" x2="7692" y2="40608"/>
                        <a14:foregroundMark x1="11449" y1="69589" x2="11449" y2="69589"/>
                        <a14:foregroundMark x1="6977" y1="63148" x2="14490" y2="73703"/>
                        <a14:foregroundMark x1="4293" y1="60286" x2="10018" y2="69410"/>
                        <a14:foregroundMark x1="9302" y1="25581" x2="10376" y2="37746"/>
                        <a14:foregroundMark x1="23614" y1="71020" x2="19320" y2="46691"/>
                        <a14:foregroundMark x1="28086" y1="85510" x2="13059" y2="76923"/>
                        <a14:foregroundMark x1="13059" y1="76923" x2="11807" y2="74240"/>
                        <a14:foregroundMark x1="40429" y1="92487" x2="22182" y2="87478"/>
                        <a14:foregroundMark x1="48122" y1="95170" x2="34168" y2="98032"/>
                        <a14:foregroundMark x1="39714" y1="93918" x2="27370" y2="89803"/>
                        <a14:foregroundMark x1="25045" y1="86047" x2="12343" y2="76208"/>
                        <a14:foregroundMark x1="87299" y1="75492" x2="92665" y2="59213"/>
                        <a14:foregroundMark x1="92665" y1="59213" x2="91055" y2="36673"/>
                        <a14:foregroundMark x1="11449" y1="51699" x2="17531" y2="28086"/>
                        <a14:foregroundMark x1="17531" y1="28086" x2="31485" y2="16100"/>
                        <a14:foregroundMark x1="31485" y1="16100" x2="50089" y2="10912"/>
                        <a14:foregroundMark x1="50089" y1="10912" x2="55098" y2="118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45496" y="4554264"/>
            <a:ext cx="1675944" cy="167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1031</Words>
  <Application>Microsoft Office PowerPoint</Application>
  <PresentationFormat>Panorámica</PresentationFormat>
  <Paragraphs>110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Arial Black</vt:lpstr>
      <vt:lpstr>Calibri</vt:lpstr>
      <vt:lpstr>Wingdings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26</cp:revision>
  <dcterms:created xsi:type="dcterms:W3CDTF">2025-07-23T15:35:07Z</dcterms:created>
  <dcterms:modified xsi:type="dcterms:W3CDTF">2026-06-16T16:29:33Z</dcterms:modified>
</cp:coreProperties>
</file>