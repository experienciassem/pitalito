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66" r:id="rId4"/>
    <p:sldId id="258" r:id="rId5"/>
    <p:sldId id="259" r:id="rId6"/>
    <p:sldId id="260" r:id="rId7"/>
    <p:sldId id="261" r:id="rId8"/>
    <p:sldId id="262" r:id="rId9"/>
    <p:sldId id="267" r:id="rId10"/>
    <p:sldId id="263" r:id="rId11"/>
    <p:sldId id="264" r:id="rId12"/>
    <p:sldId id="268" r:id="rId13"/>
  </p:sldIdLst>
  <p:sldSz cx="12192000" cy="6858000"/>
  <p:notesSz cx="6858000" cy="9144000"/>
  <p:defaultText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109" d="100"/>
          <a:sy n="109" d="100"/>
        </p:scale>
        <p:origin x="672"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diagrams/colors1.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3_3">
  <dgm:title val=""/>
  <dgm:desc val=""/>
  <dgm:catLst>
    <dgm:cat type="accent3" pri="11300"/>
  </dgm:catLst>
  <dgm:styleLbl name="node0">
    <dgm:fillClrLst meth="repeat">
      <a:schemeClr val="accent3">
        <a:shade val="80000"/>
      </a:schemeClr>
    </dgm:fillClrLst>
    <dgm:linClrLst meth="repeat">
      <a:schemeClr val="lt1"/>
    </dgm:linClrLst>
    <dgm:effectClrLst/>
    <dgm:txLinClrLst/>
    <dgm:txFillClrLst/>
    <dgm:txEffectClrLst/>
  </dgm:styleLbl>
  <dgm:styleLbl name="node1">
    <dgm:fillClrLst>
      <a:schemeClr val="accent3">
        <a:shade val="80000"/>
      </a:schemeClr>
      <a:schemeClr val="accent3">
        <a:tint val="70000"/>
      </a:schemeClr>
    </dgm:fillClrLst>
    <dgm:linClrLst meth="repeat">
      <a:schemeClr val="lt1"/>
    </dgm:linClrLst>
    <dgm:effectClrLst/>
    <dgm:txLinClrLst/>
    <dgm:txFillClrLst/>
    <dgm:txEffectClrLst/>
  </dgm:styleLbl>
  <dgm:styleLbl name="alignNode1">
    <dgm:fillClrLst>
      <a:schemeClr val="accent3">
        <a:shade val="80000"/>
      </a:schemeClr>
      <a:schemeClr val="accent3">
        <a:tint val="70000"/>
      </a:schemeClr>
    </dgm:fillClrLst>
    <dgm:linClrLst>
      <a:schemeClr val="accent3">
        <a:shade val="80000"/>
      </a:schemeClr>
      <a:schemeClr val="accent3">
        <a:tint val="70000"/>
      </a:schemeClr>
    </dgm:linClrLst>
    <dgm:effectClrLst/>
    <dgm:txLinClrLst/>
    <dgm:txFillClrLst/>
    <dgm:txEffectClrLst/>
  </dgm:styleLbl>
  <dgm:styleLbl name="lnNode1">
    <dgm:fillClrLst>
      <a:schemeClr val="accent3">
        <a:shade val="80000"/>
      </a:schemeClr>
      <a:schemeClr val="accent3">
        <a:tint val="70000"/>
      </a:schemeClr>
    </dgm:fillClrLst>
    <dgm:linClrLst meth="repeat">
      <a:schemeClr val="lt1"/>
    </dgm:linClrLst>
    <dgm:effectClrLst/>
    <dgm:txLinClrLst/>
    <dgm:txFillClrLst/>
    <dgm:txEffectClrLst/>
  </dgm:styleLbl>
  <dgm:styleLbl name="vennNode1">
    <dgm:fillClrLst>
      <a:schemeClr val="accent3">
        <a:shade val="80000"/>
        <a:alpha val="50000"/>
      </a:schemeClr>
      <a:schemeClr val="accent3">
        <a:tint val="70000"/>
        <a:alpha val="50000"/>
      </a:schemeClr>
    </dgm:fillClrLst>
    <dgm:linClrLst meth="repeat">
      <a:schemeClr val="lt1"/>
    </dgm:linClrLst>
    <dgm:effectClrLst/>
    <dgm:txLinClrLst/>
    <dgm:txFillClrLst/>
    <dgm:txEffectClrLst/>
  </dgm:styleLbl>
  <dgm:styleLbl name="node2">
    <dgm:fillClrLst>
      <a:schemeClr val="accent3">
        <a:tint val="99000"/>
      </a:schemeClr>
    </dgm:fillClrLst>
    <dgm:linClrLst meth="repeat">
      <a:schemeClr val="lt1"/>
    </dgm:linClrLst>
    <dgm:effectClrLst/>
    <dgm:txLinClrLst/>
    <dgm:txFillClrLst/>
    <dgm:txEffectClrLst/>
  </dgm:styleLbl>
  <dgm:styleLbl name="node3">
    <dgm:fillClrLst>
      <a:schemeClr val="accent3">
        <a:tint val="80000"/>
      </a:schemeClr>
    </dgm:fillClrLst>
    <dgm:linClrLst meth="repeat">
      <a:schemeClr val="lt1"/>
    </dgm:linClrLst>
    <dgm:effectClrLst/>
    <dgm:txLinClrLst/>
    <dgm:txFillClrLst/>
    <dgm:txEffectClrLst/>
  </dgm:styleLbl>
  <dgm:styleLbl name="node4">
    <dgm:fillClrLst>
      <a:schemeClr val="accent3">
        <a:tint val="70000"/>
      </a:schemeClr>
    </dgm:fillClrLst>
    <dgm:linClrLst meth="repeat">
      <a:schemeClr val="lt1"/>
    </dgm:linClrLst>
    <dgm:effectClrLst/>
    <dgm:txLinClrLst/>
    <dgm:txFillClrLst/>
    <dgm:txEffectClrLst/>
  </dgm:styleLbl>
  <dgm:styleLbl name="fgImgPlace1">
    <dgm:fillClrLst>
      <a:schemeClr val="accent3">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hade val="90000"/>
      </a:schemeClr>
      <a:schemeClr val="accent3">
        <a:tint val="70000"/>
      </a:schemeClr>
    </dgm:fillClrLst>
    <dgm:linClrLst>
      <a:schemeClr val="accent3">
        <a:shade val="90000"/>
      </a:schemeClr>
      <a:schemeClr val="accent3">
        <a:tint val="70000"/>
      </a:schemeClr>
    </dgm:linClrLst>
    <dgm:effectClrLst/>
    <dgm:txLinClrLst/>
    <dgm:txFillClrLst/>
    <dgm:txEffectClrLst/>
  </dgm:styleLbl>
  <dgm:styleLbl name="fgSibTrans2D1">
    <dgm:fillClrLst>
      <a:schemeClr val="accent3">
        <a:shade val="90000"/>
      </a:schemeClr>
      <a:schemeClr val="accent3">
        <a:tint val="70000"/>
      </a:schemeClr>
    </dgm:fillClrLst>
    <dgm:linClrLst>
      <a:schemeClr val="accent3">
        <a:shade val="90000"/>
      </a:schemeClr>
      <a:schemeClr val="accent3">
        <a:tint val="70000"/>
      </a:schemeClr>
    </dgm:linClrLst>
    <dgm:effectClrLst/>
    <dgm:txLinClrLst/>
    <dgm:txFillClrLst meth="repeat">
      <a:schemeClr val="lt1"/>
    </dgm:txFillClrLst>
    <dgm:txEffectClrLst/>
  </dgm:styleLbl>
  <dgm:styleLbl name="bgSibTrans2D1">
    <dgm:fillClrLst>
      <a:schemeClr val="accent3">
        <a:shade val="90000"/>
      </a:schemeClr>
      <a:schemeClr val="accent3">
        <a:tint val="70000"/>
      </a:schemeClr>
    </dgm:fillClrLst>
    <dgm:linClrLst>
      <a:schemeClr val="accent3">
        <a:shade val="90000"/>
      </a:schemeClr>
      <a:schemeClr val="accent3">
        <a:tint val="70000"/>
      </a:schemeClr>
    </dgm:linClrLst>
    <dgm:effectClrLst/>
    <dgm:txLinClrLst/>
    <dgm:txFillClrLst meth="repeat">
      <a:schemeClr val="lt1"/>
    </dgm:txFillClrLst>
    <dgm:txEffectClrLst/>
  </dgm:styleLbl>
  <dgm:styleLbl name="sibTrans1D1">
    <dgm:fillClrLst>
      <a:schemeClr val="accent3">
        <a:shade val="90000"/>
      </a:schemeClr>
      <a:schemeClr val="accent3">
        <a:tint val="70000"/>
      </a:schemeClr>
    </dgm:fillClrLst>
    <dgm:linClrLst>
      <a:schemeClr val="accent3">
        <a:shade val="90000"/>
      </a:schemeClr>
      <a:schemeClr val="accent3">
        <a:tint val="70000"/>
      </a:schemeClr>
    </dgm:linClrLst>
    <dgm:effectClrLst/>
    <dgm:txLinClrLst/>
    <dgm:txFillClrLst meth="repeat">
      <a:schemeClr val="tx1"/>
    </dgm:txFillClrLst>
    <dgm:txEffectClrLst/>
  </dgm:styleLbl>
  <dgm:styleLbl name="callout">
    <dgm:fillClrLst meth="repeat">
      <a:schemeClr val="accent3"/>
    </dgm:fillClrLst>
    <dgm:linClrLst meth="repeat">
      <a:schemeClr val="accent3"/>
    </dgm:linClrLst>
    <dgm:effectClrLst/>
    <dgm:txLinClrLst/>
    <dgm:txFillClrLst meth="repeat">
      <a:schemeClr val="tx1"/>
    </dgm:txFillClrLst>
    <dgm:txEffectClrLst/>
  </dgm:styleLbl>
  <dgm:styleLbl name="asst0">
    <dgm:fillClrLst meth="repeat">
      <a:schemeClr val="accent3">
        <a:shade val="80000"/>
      </a:schemeClr>
    </dgm:fillClrLst>
    <dgm:linClrLst meth="repeat">
      <a:schemeClr val="lt1"/>
    </dgm:linClrLst>
    <dgm:effectClrLst/>
    <dgm:txLinClrLst/>
    <dgm:txFillClrLst/>
    <dgm:txEffectClrLst/>
  </dgm:styleLbl>
  <dgm:styleLbl name="asst1">
    <dgm:fillClrLst meth="repeat">
      <a:schemeClr val="accent3">
        <a:shade val="80000"/>
      </a:schemeClr>
    </dgm:fillClrLst>
    <dgm:linClrLst meth="repeat">
      <a:schemeClr val="lt1"/>
    </dgm:linClrLst>
    <dgm:effectClrLst/>
    <dgm:txLinClrLst/>
    <dgm:txFillClrLst/>
    <dgm:txEffectClrLst/>
  </dgm:styleLbl>
  <dgm:styleLbl name="asst2">
    <dgm:fillClrLst>
      <a:schemeClr val="accent3">
        <a:tint val="99000"/>
      </a:schemeClr>
    </dgm:fillClrLst>
    <dgm:linClrLst meth="repeat">
      <a:schemeClr val="lt1"/>
    </dgm:linClrLst>
    <dgm:effectClrLst/>
    <dgm:txLinClrLst/>
    <dgm:txFillClrLst/>
    <dgm:txEffectClrLst/>
  </dgm:styleLbl>
  <dgm:styleLbl name="asst3">
    <dgm:fillClrLst>
      <a:schemeClr val="accent3">
        <a:tint val="80000"/>
      </a:schemeClr>
    </dgm:fillClrLst>
    <dgm:linClrLst meth="repeat">
      <a:schemeClr val="lt1"/>
    </dgm:linClrLst>
    <dgm:effectClrLst/>
    <dgm:txLinClrLst/>
    <dgm:txFillClrLst/>
    <dgm:txEffectClrLst/>
  </dgm:styleLbl>
  <dgm:styleLbl name="asst4">
    <dgm:fillClrLst>
      <a:schemeClr val="accent3">
        <a:tint val="70000"/>
      </a:schemeClr>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a:tint val="90000"/>
      </a:schemeClr>
    </dgm:fillClrLst>
    <dgm:linClrLst meth="repeat">
      <a:schemeClr val="accent3">
        <a:tint val="90000"/>
      </a:schemeClr>
    </dgm:linClrLst>
    <dgm:effectClrLst/>
    <dgm:txLinClrLst/>
    <dgm:txFillClrLst/>
    <dgm:txEffectClrLst/>
  </dgm:styleLbl>
  <dgm:styleLbl name="parChTrans2D3">
    <dgm:fillClrLst meth="repeat">
      <a:schemeClr val="accent3">
        <a:tint val="70000"/>
      </a:schemeClr>
    </dgm:fillClrLst>
    <dgm:linClrLst meth="repeat">
      <a:schemeClr val="accent3">
        <a:tint val="70000"/>
      </a:schemeClr>
    </dgm:linClrLst>
    <dgm:effectClrLst/>
    <dgm:txLinClrLst/>
    <dgm:txFillClrLst/>
    <dgm:txEffectClrLst/>
  </dgm:styleLbl>
  <dgm:styleLbl name="parChTrans2D4">
    <dgm:fillClrLst meth="repeat">
      <a:schemeClr val="accent3">
        <a:tint val="50000"/>
      </a:schemeClr>
    </dgm:fillClrLst>
    <dgm:linClrLst meth="repeat">
      <a:schemeClr val="accent3">
        <a:tint val="50000"/>
      </a:schemeClr>
    </dgm:linClrLst>
    <dgm:effectClrLst/>
    <dgm:txLinClrLst/>
    <dgm:txFillClrLst meth="repeat">
      <a:schemeClr val="lt1"/>
    </dgm:txFillClrLst>
    <dgm:txEffectClrLst/>
  </dgm:styleLbl>
  <dgm:styleLbl name="parChTrans1D1">
    <dgm:fillClrLst meth="repeat">
      <a:schemeClr val="accent3">
        <a:shade val="80000"/>
      </a:schemeClr>
    </dgm:fillClrLst>
    <dgm:linClrLst meth="repeat">
      <a:schemeClr val="accent3">
        <a:shade val="80000"/>
      </a:schemeClr>
    </dgm:linClrLst>
    <dgm:effectClrLst/>
    <dgm:txLinClrLst/>
    <dgm:txFillClrLst meth="repeat">
      <a:schemeClr val="tx1"/>
    </dgm:txFillClrLst>
    <dgm:txEffectClrLst/>
  </dgm:styleLbl>
  <dgm:styleLbl name="parChTrans1D2">
    <dgm:fillClrLst meth="repeat">
      <a:schemeClr val="accent3">
        <a:tint val="99000"/>
      </a:schemeClr>
    </dgm:fillClrLst>
    <dgm:linClrLst meth="repeat">
      <a:schemeClr val="accent3">
        <a:tint val="99000"/>
      </a:schemeClr>
    </dgm:linClrLst>
    <dgm:effectClrLst/>
    <dgm:txLinClrLst/>
    <dgm:txFillClrLst meth="repeat">
      <a:schemeClr val="tx1"/>
    </dgm:txFillClrLst>
    <dgm:txEffectClrLst/>
  </dgm:styleLbl>
  <dgm:styleLbl name="parChTrans1D3">
    <dgm:fillClrLst meth="repeat">
      <a:schemeClr val="accent3">
        <a:tint val="80000"/>
      </a:schemeClr>
    </dgm:fillClrLst>
    <dgm:linClrLst meth="repeat">
      <a:schemeClr val="accent3">
        <a:tint val="80000"/>
      </a:schemeClr>
    </dgm:linClrLst>
    <dgm:effectClrLst/>
    <dgm:txLinClrLst/>
    <dgm:txFillClrLst meth="repeat">
      <a:schemeClr val="tx1"/>
    </dgm:txFillClrLst>
    <dgm:txEffectClrLst/>
  </dgm:styleLbl>
  <dgm:styleLbl name="parChTrans1D4">
    <dgm:fillClrLst meth="repeat">
      <a:schemeClr val="accent3">
        <a:tint val="70000"/>
      </a:schemeClr>
    </dgm:fillClrLst>
    <dgm:linClrLst meth="repeat">
      <a:schemeClr val="accent3">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hade val="80000"/>
      </a:schemeClr>
      <a:schemeClr val="accent3">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hade val="80000"/>
      </a:schemeClr>
      <a:schemeClr val="accent3">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hade val="80000"/>
      </a:schemeClr>
      <a:schemeClr val="accent3">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hade val="80000"/>
      </a:schemeClr>
      <a:schemeClr val="accent3">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3">
        <a:shade val="80000"/>
      </a:schemeClr>
      <a:schemeClr val="accent3">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a:tint val="70000"/>
      </a:schemeClr>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3_3">
  <dgm:title val=""/>
  <dgm:desc val=""/>
  <dgm:catLst>
    <dgm:cat type="accent3" pri="11300"/>
  </dgm:catLst>
  <dgm:styleLbl name="node0">
    <dgm:fillClrLst meth="repeat">
      <a:schemeClr val="accent3">
        <a:shade val="80000"/>
      </a:schemeClr>
    </dgm:fillClrLst>
    <dgm:linClrLst meth="repeat">
      <a:schemeClr val="lt1"/>
    </dgm:linClrLst>
    <dgm:effectClrLst/>
    <dgm:txLinClrLst/>
    <dgm:txFillClrLst/>
    <dgm:txEffectClrLst/>
  </dgm:styleLbl>
  <dgm:styleLbl name="node1">
    <dgm:fillClrLst>
      <a:schemeClr val="accent3">
        <a:shade val="80000"/>
      </a:schemeClr>
      <a:schemeClr val="accent3">
        <a:tint val="70000"/>
      </a:schemeClr>
    </dgm:fillClrLst>
    <dgm:linClrLst meth="repeat">
      <a:schemeClr val="lt1"/>
    </dgm:linClrLst>
    <dgm:effectClrLst/>
    <dgm:txLinClrLst/>
    <dgm:txFillClrLst/>
    <dgm:txEffectClrLst/>
  </dgm:styleLbl>
  <dgm:styleLbl name="alignNode1">
    <dgm:fillClrLst>
      <a:schemeClr val="accent3">
        <a:shade val="80000"/>
      </a:schemeClr>
      <a:schemeClr val="accent3">
        <a:tint val="70000"/>
      </a:schemeClr>
    </dgm:fillClrLst>
    <dgm:linClrLst>
      <a:schemeClr val="accent3">
        <a:shade val="80000"/>
      </a:schemeClr>
      <a:schemeClr val="accent3">
        <a:tint val="70000"/>
      </a:schemeClr>
    </dgm:linClrLst>
    <dgm:effectClrLst/>
    <dgm:txLinClrLst/>
    <dgm:txFillClrLst/>
    <dgm:txEffectClrLst/>
  </dgm:styleLbl>
  <dgm:styleLbl name="lnNode1">
    <dgm:fillClrLst>
      <a:schemeClr val="accent3">
        <a:shade val="80000"/>
      </a:schemeClr>
      <a:schemeClr val="accent3">
        <a:tint val="70000"/>
      </a:schemeClr>
    </dgm:fillClrLst>
    <dgm:linClrLst meth="repeat">
      <a:schemeClr val="lt1"/>
    </dgm:linClrLst>
    <dgm:effectClrLst/>
    <dgm:txLinClrLst/>
    <dgm:txFillClrLst/>
    <dgm:txEffectClrLst/>
  </dgm:styleLbl>
  <dgm:styleLbl name="vennNode1">
    <dgm:fillClrLst>
      <a:schemeClr val="accent3">
        <a:shade val="80000"/>
        <a:alpha val="50000"/>
      </a:schemeClr>
      <a:schemeClr val="accent3">
        <a:tint val="70000"/>
        <a:alpha val="50000"/>
      </a:schemeClr>
    </dgm:fillClrLst>
    <dgm:linClrLst meth="repeat">
      <a:schemeClr val="lt1"/>
    </dgm:linClrLst>
    <dgm:effectClrLst/>
    <dgm:txLinClrLst/>
    <dgm:txFillClrLst/>
    <dgm:txEffectClrLst/>
  </dgm:styleLbl>
  <dgm:styleLbl name="node2">
    <dgm:fillClrLst>
      <a:schemeClr val="accent3">
        <a:tint val="99000"/>
      </a:schemeClr>
    </dgm:fillClrLst>
    <dgm:linClrLst meth="repeat">
      <a:schemeClr val="lt1"/>
    </dgm:linClrLst>
    <dgm:effectClrLst/>
    <dgm:txLinClrLst/>
    <dgm:txFillClrLst/>
    <dgm:txEffectClrLst/>
  </dgm:styleLbl>
  <dgm:styleLbl name="node3">
    <dgm:fillClrLst>
      <a:schemeClr val="accent3">
        <a:tint val="80000"/>
      </a:schemeClr>
    </dgm:fillClrLst>
    <dgm:linClrLst meth="repeat">
      <a:schemeClr val="lt1"/>
    </dgm:linClrLst>
    <dgm:effectClrLst/>
    <dgm:txLinClrLst/>
    <dgm:txFillClrLst/>
    <dgm:txEffectClrLst/>
  </dgm:styleLbl>
  <dgm:styleLbl name="node4">
    <dgm:fillClrLst>
      <a:schemeClr val="accent3">
        <a:tint val="70000"/>
      </a:schemeClr>
    </dgm:fillClrLst>
    <dgm:linClrLst meth="repeat">
      <a:schemeClr val="lt1"/>
    </dgm:linClrLst>
    <dgm:effectClrLst/>
    <dgm:txLinClrLst/>
    <dgm:txFillClrLst/>
    <dgm:txEffectClrLst/>
  </dgm:styleLbl>
  <dgm:styleLbl name="fgImgPlace1">
    <dgm:fillClrLst>
      <a:schemeClr val="accent3">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hade val="90000"/>
      </a:schemeClr>
      <a:schemeClr val="accent3">
        <a:tint val="70000"/>
      </a:schemeClr>
    </dgm:fillClrLst>
    <dgm:linClrLst>
      <a:schemeClr val="accent3">
        <a:shade val="90000"/>
      </a:schemeClr>
      <a:schemeClr val="accent3">
        <a:tint val="70000"/>
      </a:schemeClr>
    </dgm:linClrLst>
    <dgm:effectClrLst/>
    <dgm:txLinClrLst/>
    <dgm:txFillClrLst/>
    <dgm:txEffectClrLst/>
  </dgm:styleLbl>
  <dgm:styleLbl name="fgSibTrans2D1">
    <dgm:fillClrLst>
      <a:schemeClr val="accent3">
        <a:shade val="90000"/>
      </a:schemeClr>
      <a:schemeClr val="accent3">
        <a:tint val="70000"/>
      </a:schemeClr>
    </dgm:fillClrLst>
    <dgm:linClrLst>
      <a:schemeClr val="accent3">
        <a:shade val="90000"/>
      </a:schemeClr>
      <a:schemeClr val="accent3">
        <a:tint val="70000"/>
      </a:schemeClr>
    </dgm:linClrLst>
    <dgm:effectClrLst/>
    <dgm:txLinClrLst/>
    <dgm:txFillClrLst meth="repeat">
      <a:schemeClr val="lt1"/>
    </dgm:txFillClrLst>
    <dgm:txEffectClrLst/>
  </dgm:styleLbl>
  <dgm:styleLbl name="bgSibTrans2D1">
    <dgm:fillClrLst>
      <a:schemeClr val="accent3">
        <a:shade val="90000"/>
      </a:schemeClr>
      <a:schemeClr val="accent3">
        <a:tint val="70000"/>
      </a:schemeClr>
    </dgm:fillClrLst>
    <dgm:linClrLst>
      <a:schemeClr val="accent3">
        <a:shade val="90000"/>
      </a:schemeClr>
      <a:schemeClr val="accent3">
        <a:tint val="70000"/>
      </a:schemeClr>
    </dgm:linClrLst>
    <dgm:effectClrLst/>
    <dgm:txLinClrLst/>
    <dgm:txFillClrLst meth="repeat">
      <a:schemeClr val="lt1"/>
    </dgm:txFillClrLst>
    <dgm:txEffectClrLst/>
  </dgm:styleLbl>
  <dgm:styleLbl name="sibTrans1D1">
    <dgm:fillClrLst>
      <a:schemeClr val="accent3">
        <a:shade val="90000"/>
      </a:schemeClr>
      <a:schemeClr val="accent3">
        <a:tint val="70000"/>
      </a:schemeClr>
    </dgm:fillClrLst>
    <dgm:linClrLst>
      <a:schemeClr val="accent3">
        <a:shade val="90000"/>
      </a:schemeClr>
      <a:schemeClr val="accent3">
        <a:tint val="70000"/>
      </a:schemeClr>
    </dgm:linClrLst>
    <dgm:effectClrLst/>
    <dgm:txLinClrLst/>
    <dgm:txFillClrLst meth="repeat">
      <a:schemeClr val="tx1"/>
    </dgm:txFillClrLst>
    <dgm:txEffectClrLst/>
  </dgm:styleLbl>
  <dgm:styleLbl name="callout">
    <dgm:fillClrLst meth="repeat">
      <a:schemeClr val="accent3"/>
    </dgm:fillClrLst>
    <dgm:linClrLst meth="repeat">
      <a:schemeClr val="accent3"/>
    </dgm:linClrLst>
    <dgm:effectClrLst/>
    <dgm:txLinClrLst/>
    <dgm:txFillClrLst meth="repeat">
      <a:schemeClr val="tx1"/>
    </dgm:txFillClrLst>
    <dgm:txEffectClrLst/>
  </dgm:styleLbl>
  <dgm:styleLbl name="asst0">
    <dgm:fillClrLst meth="repeat">
      <a:schemeClr val="accent3">
        <a:shade val="80000"/>
      </a:schemeClr>
    </dgm:fillClrLst>
    <dgm:linClrLst meth="repeat">
      <a:schemeClr val="lt1"/>
    </dgm:linClrLst>
    <dgm:effectClrLst/>
    <dgm:txLinClrLst/>
    <dgm:txFillClrLst/>
    <dgm:txEffectClrLst/>
  </dgm:styleLbl>
  <dgm:styleLbl name="asst1">
    <dgm:fillClrLst meth="repeat">
      <a:schemeClr val="accent3">
        <a:shade val="80000"/>
      </a:schemeClr>
    </dgm:fillClrLst>
    <dgm:linClrLst meth="repeat">
      <a:schemeClr val="lt1"/>
    </dgm:linClrLst>
    <dgm:effectClrLst/>
    <dgm:txLinClrLst/>
    <dgm:txFillClrLst/>
    <dgm:txEffectClrLst/>
  </dgm:styleLbl>
  <dgm:styleLbl name="asst2">
    <dgm:fillClrLst>
      <a:schemeClr val="accent3">
        <a:tint val="99000"/>
      </a:schemeClr>
    </dgm:fillClrLst>
    <dgm:linClrLst meth="repeat">
      <a:schemeClr val="lt1"/>
    </dgm:linClrLst>
    <dgm:effectClrLst/>
    <dgm:txLinClrLst/>
    <dgm:txFillClrLst/>
    <dgm:txEffectClrLst/>
  </dgm:styleLbl>
  <dgm:styleLbl name="asst3">
    <dgm:fillClrLst>
      <a:schemeClr val="accent3">
        <a:tint val="80000"/>
      </a:schemeClr>
    </dgm:fillClrLst>
    <dgm:linClrLst meth="repeat">
      <a:schemeClr val="lt1"/>
    </dgm:linClrLst>
    <dgm:effectClrLst/>
    <dgm:txLinClrLst/>
    <dgm:txFillClrLst/>
    <dgm:txEffectClrLst/>
  </dgm:styleLbl>
  <dgm:styleLbl name="asst4">
    <dgm:fillClrLst>
      <a:schemeClr val="accent3">
        <a:tint val="70000"/>
      </a:schemeClr>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a:tint val="90000"/>
      </a:schemeClr>
    </dgm:fillClrLst>
    <dgm:linClrLst meth="repeat">
      <a:schemeClr val="accent3">
        <a:tint val="90000"/>
      </a:schemeClr>
    </dgm:linClrLst>
    <dgm:effectClrLst/>
    <dgm:txLinClrLst/>
    <dgm:txFillClrLst/>
    <dgm:txEffectClrLst/>
  </dgm:styleLbl>
  <dgm:styleLbl name="parChTrans2D3">
    <dgm:fillClrLst meth="repeat">
      <a:schemeClr val="accent3">
        <a:tint val="70000"/>
      </a:schemeClr>
    </dgm:fillClrLst>
    <dgm:linClrLst meth="repeat">
      <a:schemeClr val="accent3">
        <a:tint val="70000"/>
      </a:schemeClr>
    </dgm:linClrLst>
    <dgm:effectClrLst/>
    <dgm:txLinClrLst/>
    <dgm:txFillClrLst/>
    <dgm:txEffectClrLst/>
  </dgm:styleLbl>
  <dgm:styleLbl name="parChTrans2D4">
    <dgm:fillClrLst meth="repeat">
      <a:schemeClr val="accent3">
        <a:tint val="50000"/>
      </a:schemeClr>
    </dgm:fillClrLst>
    <dgm:linClrLst meth="repeat">
      <a:schemeClr val="accent3">
        <a:tint val="50000"/>
      </a:schemeClr>
    </dgm:linClrLst>
    <dgm:effectClrLst/>
    <dgm:txLinClrLst/>
    <dgm:txFillClrLst meth="repeat">
      <a:schemeClr val="lt1"/>
    </dgm:txFillClrLst>
    <dgm:txEffectClrLst/>
  </dgm:styleLbl>
  <dgm:styleLbl name="parChTrans1D1">
    <dgm:fillClrLst meth="repeat">
      <a:schemeClr val="accent3">
        <a:shade val="80000"/>
      </a:schemeClr>
    </dgm:fillClrLst>
    <dgm:linClrLst meth="repeat">
      <a:schemeClr val="accent3">
        <a:shade val="80000"/>
      </a:schemeClr>
    </dgm:linClrLst>
    <dgm:effectClrLst/>
    <dgm:txLinClrLst/>
    <dgm:txFillClrLst meth="repeat">
      <a:schemeClr val="tx1"/>
    </dgm:txFillClrLst>
    <dgm:txEffectClrLst/>
  </dgm:styleLbl>
  <dgm:styleLbl name="parChTrans1D2">
    <dgm:fillClrLst meth="repeat">
      <a:schemeClr val="accent3">
        <a:tint val="99000"/>
      </a:schemeClr>
    </dgm:fillClrLst>
    <dgm:linClrLst meth="repeat">
      <a:schemeClr val="accent3">
        <a:tint val="99000"/>
      </a:schemeClr>
    </dgm:linClrLst>
    <dgm:effectClrLst/>
    <dgm:txLinClrLst/>
    <dgm:txFillClrLst meth="repeat">
      <a:schemeClr val="tx1"/>
    </dgm:txFillClrLst>
    <dgm:txEffectClrLst/>
  </dgm:styleLbl>
  <dgm:styleLbl name="parChTrans1D3">
    <dgm:fillClrLst meth="repeat">
      <a:schemeClr val="accent3">
        <a:tint val="80000"/>
      </a:schemeClr>
    </dgm:fillClrLst>
    <dgm:linClrLst meth="repeat">
      <a:schemeClr val="accent3">
        <a:tint val="80000"/>
      </a:schemeClr>
    </dgm:linClrLst>
    <dgm:effectClrLst/>
    <dgm:txLinClrLst/>
    <dgm:txFillClrLst meth="repeat">
      <a:schemeClr val="tx1"/>
    </dgm:txFillClrLst>
    <dgm:txEffectClrLst/>
  </dgm:styleLbl>
  <dgm:styleLbl name="parChTrans1D4">
    <dgm:fillClrLst meth="repeat">
      <a:schemeClr val="accent3">
        <a:tint val="70000"/>
      </a:schemeClr>
    </dgm:fillClrLst>
    <dgm:linClrLst meth="repeat">
      <a:schemeClr val="accent3">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hade val="80000"/>
      </a:schemeClr>
      <a:schemeClr val="accent3">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hade val="80000"/>
      </a:schemeClr>
      <a:schemeClr val="accent3">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hade val="80000"/>
      </a:schemeClr>
      <a:schemeClr val="accent3">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hade val="80000"/>
      </a:schemeClr>
      <a:schemeClr val="accent3">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3">
        <a:shade val="80000"/>
      </a:schemeClr>
      <a:schemeClr val="accent3">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a:tint val="70000"/>
      </a:schemeClr>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3_3">
  <dgm:title val=""/>
  <dgm:desc val=""/>
  <dgm:catLst>
    <dgm:cat type="accent3" pri="11300"/>
  </dgm:catLst>
  <dgm:styleLbl name="node0">
    <dgm:fillClrLst meth="repeat">
      <a:schemeClr val="accent3">
        <a:shade val="80000"/>
      </a:schemeClr>
    </dgm:fillClrLst>
    <dgm:linClrLst meth="repeat">
      <a:schemeClr val="lt1"/>
    </dgm:linClrLst>
    <dgm:effectClrLst/>
    <dgm:txLinClrLst/>
    <dgm:txFillClrLst/>
    <dgm:txEffectClrLst/>
  </dgm:styleLbl>
  <dgm:styleLbl name="node1">
    <dgm:fillClrLst>
      <a:schemeClr val="accent3">
        <a:shade val="80000"/>
      </a:schemeClr>
      <a:schemeClr val="accent3">
        <a:tint val="70000"/>
      </a:schemeClr>
    </dgm:fillClrLst>
    <dgm:linClrLst meth="repeat">
      <a:schemeClr val="lt1"/>
    </dgm:linClrLst>
    <dgm:effectClrLst/>
    <dgm:txLinClrLst/>
    <dgm:txFillClrLst/>
    <dgm:txEffectClrLst/>
  </dgm:styleLbl>
  <dgm:styleLbl name="alignNode1">
    <dgm:fillClrLst>
      <a:schemeClr val="accent3">
        <a:shade val="80000"/>
      </a:schemeClr>
      <a:schemeClr val="accent3">
        <a:tint val="70000"/>
      </a:schemeClr>
    </dgm:fillClrLst>
    <dgm:linClrLst>
      <a:schemeClr val="accent3">
        <a:shade val="80000"/>
      </a:schemeClr>
      <a:schemeClr val="accent3">
        <a:tint val="70000"/>
      </a:schemeClr>
    </dgm:linClrLst>
    <dgm:effectClrLst/>
    <dgm:txLinClrLst/>
    <dgm:txFillClrLst/>
    <dgm:txEffectClrLst/>
  </dgm:styleLbl>
  <dgm:styleLbl name="lnNode1">
    <dgm:fillClrLst>
      <a:schemeClr val="accent3">
        <a:shade val="80000"/>
      </a:schemeClr>
      <a:schemeClr val="accent3">
        <a:tint val="70000"/>
      </a:schemeClr>
    </dgm:fillClrLst>
    <dgm:linClrLst meth="repeat">
      <a:schemeClr val="lt1"/>
    </dgm:linClrLst>
    <dgm:effectClrLst/>
    <dgm:txLinClrLst/>
    <dgm:txFillClrLst/>
    <dgm:txEffectClrLst/>
  </dgm:styleLbl>
  <dgm:styleLbl name="vennNode1">
    <dgm:fillClrLst>
      <a:schemeClr val="accent3">
        <a:shade val="80000"/>
        <a:alpha val="50000"/>
      </a:schemeClr>
      <a:schemeClr val="accent3">
        <a:tint val="70000"/>
        <a:alpha val="50000"/>
      </a:schemeClr>
    </dgm:fillClrLst>
    <dgm:linClrLst meth="repeat">
      <a:schemeClr val="lt1"/>
    </dgm:linClrLst>
    <dgm:effectClrLst/>
    <dgm:txLinClrLst/>
    <dgm:txFillClrLst/>
    <dgm:txEffectClrLst/>
  </dgm:styleLbl>
  <dgm:styleLbl name="node2">
    <dgm:fillClrLst>
      <a:schemeClr val="accent3">
        <a:tint val="99000"/>
      </a:schemeClr>
    </dgm:fillClrLst>
    <dgm:linClrLst meth="repeat">
      <a:schemeClr val="lt1"/>
    </dgm:linClrLst>
    <dgm:effectClrLst/>
    <dgm:txLinClrLst/>
    <dgm:txFillClrLst/>
    <dgm:txEffectClrLst/>
  </dgm:styleLbl>
  <dgm:styleLbl name="node3">
    <dgm:fillClrLst>
      <a:schemeClr val="accent3">
        <a:tint val="80000"/>
      </a:schemeClr>
    </dgm:fillClrLst>
    <dgm:linClrLst meth="repeat">
      <a:schemeClr val="lt1"/>
    </dgm:linClrLst>
    <dgm:effectClrLst/>
    <dgm:txLinClrLst/>
    <dgm:txFillClrLst/>
    <dgm:txEffectClrLst/>
  </dgm:styleLbl>
  <dgm:styleLbl name="node4">
    <dgm:fillClrLst>
      <a:schemeClr val="accent3">
        <a:tint val="70000"/>
      </a:schemeClr>
    </dgm:fillClrLst>
    <dgm:linClrLst meth="repeat">
      <a:schemeClr val="lt1"/>
    </dgm:linClrLst>
    <dgm:effectClrLst/>
    <dgm:txLinClrLst/>
    <dgm:txFillClrLst/>
    <dgm:txEffectClrLst/>
  </dgm:styleLbl>
  <dgm:styleLbl name="fgImgPlace1">
    <dgm:fillClrLst>
      <a:schemeClr val="accent3">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hade val="90000"/>
      </a:schemeClr>
      <a:schemeClr val="accent3">
        <a:tint val="70000"/>
      </a:schemeClr>
    </dgm:fillClrLst>
    <dgm:linClrLst>
      <a:schemeClr val="accent3">
        <a:shade val="90000"/>
      </a:schemeClr>
      <a:schemeClr val="accent3">
        <a:tint val="70000"/>
      </a:schemeClr>
    </dgm:linClrLst>
    <dgm:effectClrLst/>
    <dgm:txLinClrLst/>
    <dgm:txFillClrLst/>
    <dgm:txEffectClrLst/>
  </dgm:styleLbl>
  <dgm:styleLbl name="fgSibTrans2D1">
    <dgm:fillClrLst>
      <a:schemeClr val="accent3">
        <a:shade val="90000"/>
      </a:schemeClr>
      <a:schemeClr val="accent3">
        <a:tint val="70000"/>
      </a:schemeClr>
    </dgm:fillClrLst>
    <dgm:linClrLst>
      <a:schemeClr val="accent3">
        <a:shade val="90000"/>
      </a:schemeClr>
      <a:schemeClr val="accent3">
        <a:tint val="70000"/>
      </a:schemeClr>
    </dgm:linClrLst>
    <dgm:effectClrLst/>
    <dgm:txLinClrLst/>
    <dgm:txFillClrLst meth="repeat">
      <a:schemeClr val="lt1"/>
    </dgm:txFillClrLst>
    <dgm:txEffectClrLst/>
  </dgm:styleLbl>
  <dgm:styleLbl name="bgSibTrans2D1">
    <dgm:fillClrLst>
      <a:schemeClr val="accent3">
        <a:shade val="90000"/>
      </a:schemeClr>
      <a:schemeClr val="accent3">
        <a:tint val="70000"/>
      </a:schemeClr>
    </dgm:fillClrLst>
    <dgm:linClrLst>
      <a:schemeClr val="accent3">
        <a:shade val="90000"/>
      </a:schemeClr>
      <a:schemeClr val="accent3">
        <a:tint val="70000"/>
      </a:schemeClr>
    </dgm:linClrLst>
    <dgm:effectClrLst/>
    <dgm:txLinClrLst/>
    <dgm:txFillClrLst meth="repeat">
      <a:schemeClr val="lt1"/>
    </dgm:txFillClrLst>
    <dgm:txEffectClrLst/>
  </dgm:styleLbl>
  <dgm:styleLbl name="sibTrans1D1">
    <dgm:fillClrLst>
      <a:schemeClr val="accent3">
        <a:shade val="90000"/>
      </a:schemeClr>
      <a:schemeClr val="accent3">
        <a:tint val="70000"/>
      </a:schemeClr>
    </dgm:fillClrLst>
    <dgm:linClrLst>
      <a:schemeClr val="accent3">
        <a:shade val="90000"/>
      </a:schemeClr>
      <a:schemeClr val="accent3">
        <a:tint val="70000"/>
      </a:schemeClr>
    </dgm:linClrLst>
    <dgm:effectClrLst/>
    <dgm:txLinClrLst/>
    <dgm:txFillClrLst meth="repeat">
      <a:schemeClr val="tx1"/>
    </dgm:txFillClrLst>
    <dgm:txEffectClrLst/>
  </dgm:styleLbl>
  <dgm:styleLbl name="callout">
    <dgm:fillClrLst meth="repeat">
      <a:schemeClr val="accent3"/>
    </dgm:fillClrLst>
    <dgm:linClrLst meth="repeat">
      <a:schemeClr val="accent3"/>
    </dgm:linClrLst>
    <dgm:effectClrLst/>
    <dgm:txLinClrLst/>
    <dgm:txFillClrLst meth="repeat">
      <a:schemeClr val="tx1"/>
    </dgm:txFillClrLst>
    <dgm:txEffectClrLst/>
  </dgm:styleLbl>
  <dgm:styleLbl name="asst0">
    <dgm:fillClrLst meth="repeat">
      <a:schemeClr val="accent3">
        <a:shade val="80000"/>
      </a:schemeClr>
    </dgm:fillClrLst>
    <dgm:linClrLst meth="repeat">
      <a:schemeClr val="lt1"/>
    </dgm:linClrLst>
    <dgm:effectClrLst/>
    <dgm:txLinClrLst/>
    <dgm:txFillClrLst/>
    <dgm:txEffectClrLst/>
  </dgm:styleLbl>
  <dgm:styleLbl name="asst1">
    <dgm:fillClrLst meth="repeat">
      <a:schemeClr val="accent3">
        <a:shade val="80000"/>
      </a:schemeClr>
    </dgm:fillClrLst>
    <dgm:linClrLst meth="repeat">
      <a:schemeClr val="lt1"/>
    </dgm:linClrLst>
    <dgm:effectClrLst/>
    <dgm:txLinClrLst/>
    <dgm:txFillClrLst/>
    <dgm:txEffectClrLst/>
  </dgm:styleLbl>
  <dgm:styleLbl name="asst2">
    <dgm:fillClrLst>
      <a:schemeClr val="accent3">
        <a:tint val="99000"/>
      </a:schemeClr>
    </dgm:fillClrLst>
    <dgm:linClrLst meth="repeat">
      <a:schemeClr val="lt1"/>
    </dgm:linClrLst>
    <dgm:effectClrLst/>
    <dgm:txLinClrLst/>
    <dgm:txFillClrLst/>
    <dgm:txEffectClrLst/>
  </dgm:styleLbl>
  <dgm:styleLbl name="asst3">
    <dgm:fillClrLst>
      <a:schemeClr val="accent3">
        <a:tint val="80000"/>
      </a:schemeClr>
    </dgm:fillClrLst>
    <dgm:linClrLst meth="repeat">
      <a:schemeClr val="lt1"/>
    </dgm:linClrLst>
    <dgm:effectClrLst/>
    <dgm:txLinClrLst/>
    <dgm:txFillClrLst/>
    <dgm:txEffectClrLst/>
  </dgm:styleLbl>
  <dgm:styleLbl name="asst4">
    <dgm:fillClrLst>
      <a:schemeClr val="accent3">
        <a:tint val="70000"/>
      </a:schemeClr>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a:tint val="90000"/>
      </a:schemeClr>
    </dgm:fillClrLst>
    <dgm:linClrLst meth="repeat">
      <a:schemeClr val="accent3">
        <a:tint val="90000"/>
      </a:schemeClr>
    </dgm:linClrLst>
    <dgm:effectClrLst/>
    <dgm:txLinClrLst/>
    <dgm:txFillClrLst/>
    <dgm:txEffectClrLst/>
  </dgm:styleLbl>
  <dgm:styleLbl name="parChTrans2D3">
    <dgm:fillClrLst meth="repeat">
      <a:schemeClr val="accent3">
        <a:tint val="70000"/>
      </a:schemeClr>
    </dgm:fillClrLst>
    <dgm:linClrLst meth="repeat">
      <a:schemeClr val="accent3">
        <a:tint val="70000"/>
      </a:schemeClr>
    </dgm:linClrLst>
    <dgm:effectClrLst/>
    <dgm:txLinClrLst/>
    <dgm:txFillClrLst/>
    <dgm:txEffectClrLst/>
  </dgm:styleLbl>
  <dgm:styleLbl name="parChTrans2D4">
    <dgm:fillClrLst meth="repeat">
      <a:schemeClr val="accent3">
        <a:tint val="50000"/>
      </a:schemeClr>
    </dgm:fillClrLst>
    <dgm:linClrLst meth="repeat">
      <a:schemeClr val="accent3">
        <a:tint val="50000"/>
      </a:schemeClr>
    </dgm:linClrLst>
    <dgm:effectClrLst/>
    <dgm:txLinClrLst/>
    <dgm:txFillClrLst meth="repeat">
      <a:schemeClr val="lt1"/>
    </dgm:txFillClrLst>
    <dgm:txEffectClrLst/>
  </dgm:styleLbl>
  <dgm:styleLbl name="parChTrans1D1">
    <dgm:fillClrLst meth="repeat">
      <a:schemeClr val="accent3">
        <a:shade val="80000"/>
      </a:schemeClr>
    </dgm:fillClrLst>
    <dgm:linClrLst meth="repeat">
      <a:schemeClr val="accent3">
        <a:shade val="80000"/>
      </a:schemeClr>
    </dgm:linClrLst>
    <dgm:effectClrLst/>
    <dgm:txLinClrLst/>
    <dgm:txFillClrLst meth="repeat">
      <a:schemeClr val="tx1"/>
    </dgm:txFillClrLst>
    <dgm:txEffectClrLst/>
  </dgm:styleLbl>
  <dgm:styleLbl name="parChTrans1D2">
    <dgm:fillClrLst meth="repeat">
      <a:schemeClr val="accent3">
        <a:tint val="99000"/>
      </a:schemeClr>
    </dgm:fillClrLst>
    <dgm:linClrLst meth="repeat">
      <a:schemeClr val="accent3">
        <a:tint val="99000"/>
      </a:schemeClr>
    </dgm:linClrLst>
    <dgm:effectClrLst/>
    <dgm:txLinClrLst/>
    <dgm:txFillClrLst meth="repeat">
      <a:schemeClr val="tx1"/>
    </dgm:txFillClrLst>
    <dgm:txEffectClrLst/>
  </dgm:styleLbl>
  <dgm:styleLbl name="parChTrans1D3">
    <dgm:fillClrLst meth="repeat">
      <a:schemeClr val="accent3">
        <a:tint val="80000"/>
      </a:schemeClr>
    </dgm:fillClrLst>
    <dgm:linClrLst meth="repeat">
      <a:schemeClr val="accent3">
        <a:tint val="80000"/>
      </a:schemeClr>
    </dgm:linClrLst>
    <dgm:effectClrLst/>
    <dgm:txLinClrLst/>
    <dgm:txFillClrLst meth="repeat">
      <a:schemeClr val="tx1"/>
    </dgm:txFillClrLst>
    <dgm:txEffectClrLst/>
  </dgm:styleLbl>
  <dgm:styleLbl name="parChTrans1D4">
    <dgm:fillClrLst meth="repeat">
      <a:schemeClr val="accent3">
        <a:tint val="70000"/>
      </a:schemeClr>
    </dgm:fillClrLst>
    <dgm:linClrLst meth="repeat">
      <a:schemeClr val="accent3">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hade val="80000"/>
      </a:schemeClr>
      <a:schemeClr val="accent3">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hade val="80000"/>
      </a:schemeClr>
      <a:schemeClr val="accent3">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hade val="80000"/>
      </a:schemeClr>
      <a:schemeClr val="accent3">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hade val="80000"/>
      </a:schemeClr>
      <a:schemeClr val="accent3">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3">
        <a:shade val="80000"/>
      </a:schemeClr>
      <a:schemeClr val="accent3">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a:tint val="70000"/>
      </a:schemeClr>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3_3">
  <dgm:title val=""/>
  <dgm:desc val=""/>
  <dgm:catLst>
    <dgm:cat type="accent3" pri="11300"/>
  </dgm:catLst>
  <dgm:styleLbl name="node0">
    <dgm:fillClrLst meth="repeat">
      <a:schemeClr val="accent3">
        <a:shade val="80000"/>
      </a:schemeClr>
    </dgm:fillClrLst>
    <dgm:linClrLst meth="repeat">
      <a:schemeClr val="lt1"/>
    </dgm:linClrLst>
    <dgm:effectClrLst/>
    <dgm:txLinClrLst/>
    <dgm:txFillClrLst/>
    <dgm:txEffectClrLst/>
  </dgm:styleLbl>
  <dgm:styleLbl name="node1">
    <dgm:fillClrLst>
      <a:schemeClr val="accent3">
        <a:shade val="80000"/>
      </a:schemeClr>
      <a:schemeClr val="accent3">
        <a:tint val="70000"/>
      </a:schemeClr>
    </dgm:fillClrLst>
    <dgm:linClrLst meth="repeat">
      <a:schemeClr val="lt1"/>
    </dgm:linClrLst>
    <dgm:effectClrLst/>
    <dgm:txLinClrLst/>
    <dgm:txFillClrLst/>
    <dgm:txEffectClrLst/>
  </dgm:styleLbl>
  <dgm:styleLbl name="alignNode1">
    <dgm:fillClrLst>
      <a:schemeClr val="accent3">
        <a:shade val="80000"/>
      </a:schemeClr>
      <a:schemeClr val="accent3">
        <a:tint val="70000"/>
      </a:schemeClr>
    </dgm:fillClrLst>
    <dgm:linClrLst>
      <a:schemeClr val="accent3">
        <a:shade val="80000"/>
      </a:schemeClr>
      <a:schemeClr val="accent3">
        <a:tint val="70000"/>
      </a:schemeClr>
    </dgm:linClrLst>
    <dgm:effectClrLst/>
    <dgm:txLinClrLst/>
    <dgm:txFillClrLst/>
    <dgm:txEffectClrLst/>
  </dgm:styleLbl>
  <dgm:styleLbl name="lnNode1">
    <dgm:fillClrLst>
      <a:schemeClr val="accent3">
        <a:shade val="80000"/>
      </a:schemeClr>
      <a:schemeClr val="accent3">
        <a:tint val="70000"/>
      </a:schemeClr>
    </dgm:fillClrLst>
    <dgm:linClrLst meth="repeat">
      <a:schemeClr val="lt1"/>
    </dgm:linClrLst>
    <dgm:effectClrLst/>
    <dgm:txLinClrLst/>
    <dgm:txFillClrLst/>
    <dgm:txEffectClrLst/>
  </dgm:styleLbl>
  <dgm:styleLbl name="vennNode1">
    <dgm:fillClrLst>
      <a:schemeClr val="accent3">
        <a:shade val="80000"/>
        <a:alpha val="50000"/>
      </a:schemeClr>
      <a:schemeClr val="accent3">
        <a:tint val="70000"/>
        <a:alpha val="50000"/>
      </a:schemeClr>
    </dgm:fillClrLst>
    <dgm:linClrLst meth="repeat">
      <a:schemeClr val="lt1"/>
    </dgm:linClrLst>
    <dgm:effectClrLst/>
    <dgm:txLinClrLst/>
    <dgm:txFillClrLst/>
    <dgm:txEffectClrLst/>
  </dgm:styleLbl>
  <dgm:styleLbl name="node2">
    <dgm:fillClrLst>
      <a:schemeClr val="accent3">
        <a:tint val="99000"/>
      </a:schemeClr>
    </dgm:fillClrLst>
    <dgm:linClrLst meth="repeat">
      <a:schemeClr val="lt1"/>
    </dgm:linClrLst>
    <dgm:effectClrLst/>
    <dgm:txLinClrLst/>
    <dgm:txFillClrLst/>
    <dgm:txEffectClrLst/>
  </dgm:styleLbl>
  <dgm:styleLbl name="node3">
    <dgm:fillClrLst>
      <a:schemeClr val="accent3">
        <a:tint val="80000"/>
      </a:schemeClr>
    </dgm:fillClrLst>
    <dgm:linClrLst meth="repeat">
      <a:schemeClr val="lt1"/>
    </dgm:linClrLst>
    <dgm:effectClrLst/>
    <dgm:txLinClrLst/>
    <dgm:txFillClrLst/>
    <dgm:txEffectClrLst/>
  </dgm:styleLbl>
  <dgm:styleLbl name="node4">
    <dgm:fillClrLst>
      <a:schemeClr val="accent3">
        <a:tint val="70000"/>
      </a:schemeClr>
    </dgm:fillClrLst>
    <dgm:linClrLst meth="repeat">
      <a:schemeClr val="lt1"/>
    </dgm:linClrLst>
    <dgm:effectClrLst/>
    <dgm:txLinClrLst/>
    <dgm:txFillClrLst/>
    <dgm:txEffectClrLst/>
  </dgm:styleLbl>
  <dgm:styleLbl name="fgImgPlace1">
    <dgm:fillClrLst>
      <a:schemeClr val="accent3">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hade val="90000"/>
      </a:schemeClr>
      <a:schemeClr val="accent3">
        <a:tint val="70000"/>
      </a:schemeClr>
    </dgm:fillClrLst>
    <dgm:linClrLst>
      <a:schemeClr val="accent3">
        <a:shade val="90000"/>
      </a:schemeClr>
      <a:schemeClr val="accent3">
        <a:tint val="70000"/>
      </a:schemeClr>
    </dgm:linClrLst>
    <dgm:effectClrLst/>
    <dgm:txLinClrLst/>
    <dgm:txFillClrLst/>
    <dgm:txEffectClrLst/>
  </dgm:styleLbl>
  <dgm:styleLbl name="fgSibTrans2D1">
    <dgm:fillClrLst>
      <a:schemeClr val="accent3">
        <a:shade val="90000"/>
      </a:schemeClr>
      <a:schemeClr val="accent3">
        <a:tint val="70000"/>
      </a:schemeClr>
    </dgm:fillClrLst>
    <dgm:linClrLst>
      <a:schemeClr val="accent3">
        <a:shade val="90000"/>
      </a:schemeClr>
      <a:schemeClr val="accent3">
        <a:tint val="70000"/>
      </a:schemeClr>
    </dgm:linClrLst>
    <dgm:effectClrLst/>
    <dgm:txLinClrLst/>
    <dgm:txFillClrLst meth="repeat">
      <a:schemeClr val="lt1"/>
    </dgm:txFillClrLst>
    <dgm:txEffectClrLst/>
  </dgm:styleLbl>
  <dgm:styleLbl name="bgSibTrans2D1">
    <dgm:fillClrLst>
      <a:schemeClr val="accent3">
        <a:shade val="90000"/>
      </a:schemeClr>
      <a:schemeClr val="accent3">
        <a:tint val="70000"/>
      </a:schemeClr>
    </dgm:fillClrLst>
    <dgm:linClrLst>
      <a:schemeClr val="accent3">
        <a:shade val="90000"/>
      </a:schemeClr>
      <a:schemeClr val="accent3">
        <a:tint val="70000"/>
      </a:schemeClr>
    </dgm:linClrLst>
    <dgm:effectClrLst/>
    <dgm:txLinClrLst/>
    <dgm:txFillClrLst meth="repeat">
      <a:schemeClr val="lt1"/>
    </dgm:txFillClrLst>
    <dgm:txEffectClrLst/>
  </dgm:styleLbl>
  <dgm:styleLbl name="sibTrans1D1">
    <dgm:fillClrLst>
      <a:schemeClr val="accent3">
        <a:shade val="90000"/>
      </a:schemeClr>
      <a:schemeClr val="accent3">
        <a:tint val="70000"/>
      </a:schemeClr>
    </dgm:fillClrLst>
    <dgm:linClrLst>
      <a:schemeClr val="accent3">
        <a:shade val="90000"/>
      </a:schemeClr>
      <a:schemeClr val="accent3">
        <a:tint val="70000"/>
      </a:schemeClr>
    </dgm:linClrLst>
    <dgm:effectClrLst/>
    <dgm:txLinClrLst/>
    <dgm:txFillClrLst meth="repeat">
      <a:schemeClr val="tx1"/>
    </dgm:txFillClrLst>
    <dgm:txEffectClrLst/>
  </dgm:styleLbl>
  <dgm:styleLbl name="callout">
    <dgm:fillClrLst meth="repeat">
      <a:schemeClr val="accent3"/>
    </dgm:fillClrLst>
    <dgm:linClrLst meth="repeat">
      <a:schemeClr val="accent3"/>
    </dgm:linClrLst>
    <dgm:effectClrLst/>
    <dgm:txLinClrLst/>
    <dgm:txFillClrLst meth="repeat">
      <a:schemeClr val="tx1"/>
    </dgm:txFillClrLst>
    <dgm:txEffectClrLst/>
  </dgm:styleLbl>
  <dgm:styleLbl name="asst0">
    <dgm:fillClrLst meth="repeat">
      <a:schemeClr val="accent3">
        <a:shade val="80000"/>
      </a:schemeClr>
    </dgm:fillClrLst>
    <dgm:linClrLst meth="repeat">
      <a:schemeClr val="lt1"/>
    </dgm:linClrLst>
    <dgm:effectClrLst/>
    <dgm:txLinClrLst/>
    <dgm:txFillClrLst/>
    <dgm:txEffectClrLst/>
  </dgm:styleLbl>
  <dgm:styleLbl name="asst1">
    <dgm:fillClrLst meth="repeat">
      <a:schemeClr val="accent3">
        <a:shade val="80000"/>
      </a:schemeClr>
    </dgm:fillClrLst>
    <dgm:linClrLst meth="repeat">
      <a:schemeClr val="lt1"/>
    </dgm:linClrLst>
    <dgm:effectClrLst/>
    <dgm:txLinClrLst/>
    <dgm:txFillClrLst/>
    <dgm:txEffectClrLst/>
  </dgm:styleLbl>
  <dgm:styleLbl name="asst2">
    <dgm:fillClrLst>
      <a:schemeClr val="accent3">
        <a:tint val="99000"/>
      </a:schemeClr>
    </dgm:fillClrLst>
    <dgm:linClrLst meth="repeat">
      <a:schemeClr val="lt1"/>
    </dgm:linClrLst>
    <dgm:effectClrLst/>
    <dgm:txLinClrLst/>
    <dgm:txFillClrLst/>
    <dgm:txEffectClrLst/>
  </dgm:styleLbl>
  <dgm:styleLbl name="asst3">
    <dgm:fillClrLst>
      <a:schemeClr val="accent3">
        <a:tint val="80000"/>
      </a:schemeClr>
    </dgm:fillClrLst>
    <dgm:linClrLst meth="repeat">
      <a:schemeClr val="lt1"/>
    </dgm:linClrLst>
    <dgm:effectClrLst/>
    <dgm:txLinClrLst/>
    <dgm:txFillClrLst/>
    <dgm:txEffectClrLst/>
  </dgm:styleLbl>
  <dgm:styleLbl name="asst4">
    <dgm:fillClrLst>
      <a:schemeClr val="accent3">
        <a:tint val="70000"/>
      </a:schemeClr>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a:tint val="90000"/>
      </a:schemeClr>
    </dgm:fillClrLst>
    <dgm:linClrLst meth="repeat">
      <a:schemeClr val="accent3">
        <a:tint val="90000"/>
      </a:schemeClr>
    </dgm:linClrLst>
    <dgm:effectClrLst/>
    <dgm:txLinClrLst/>
    <dgm:txFillClrLst/>
    <dgm:txEffectClrLst/>
  </dgm:styleLbl>
  <dgm:styleLbl name="parChTrans2D3">
    <dgm:fillClrLst meth="repeat">
      <a:schemeClr val="accent3">
        <a:tint val="70000"/>
      </a:schemeClr>
    </dgm:fillClrLst>
    <dgm:linClrLst meth="repeat">
      <a:schemeClr val="accent3">
        <a:tint val="70000"/>
      </a:schemeClr>
    </dgm:linClrLst>
    <dgm:effectClrLst/>
    <dgm:txLinClrLst/>
    <dgm:txFillClrLst/>
    <dgm:txEffectClrLst/>
  </dgm:styleLbl>
  <dgm:styleLbl name="parChTrans2D4">
    <dgm:fillClrLst meth="repeat">
      <a:schemeClr val="accent3">
        <a:tint val="50000"/>
      </a:schemeClr>
    </dgm:fillClrLst>
    <dgm:linClrLst meth="repeat">
      <a:schemeClr val="accent3">
        <a:tint val="50000"/>
      </a:schemeClr>
    </dgm:linClrLst>
    <dgm:effectClrLst/>
    <dgm:txLinClrLst/>
    <dgm:txFillClrLst meth="repeat">
      <a:schemeClr val="lt1"/>
    </dgm:txFillClrLst>
    <dgm:txEffectClrLst/>
  </dgm:styleLbl>
  <dgm:styleLbl name="parChTrans1D1">
    <dgm:fillClrLst meth="repeat">
      <a:schemeClr val="accent3">
        <a:shade val="80000"/>
      </a:schemeClr>
    </dgm:fillClrLst>
    <dgm:linClrLst meth="repeat">
      <a:schemeClr val="accent3">
        <a:shade val="80000"/>
      </a:schemeClr>
    </dgm:linClrLst>
    <dgm:effectClrLst/>
    <dgm:txLinClrLst/>
    <dgm:txFillClrLst meth="repeat">
      <a:schemeClr val="tx1"/>
    </dgm:txFillClrLst>
    <dgm:txEffectClrLst/>
  </dgm:styleLbl>
  <dgm:styleLbl name="parChTrans1D2">
    <dgm:fillClrLst meth="repeat">
      <a:schemeClr val="accent3">
        <a:tint val="99000"/>
      </a:schemeClr>
    </dgm:fillClrLst>
    <dgm:linClrLst meth="repeat">
      <a:schemeClr val="accent3">
        <a:tint val="99000"/>
      </a:schemeClr>
    </dgm:linClrLst>
    <dgm:effectClrLst/>
    <dgm:txLinClrLst/>
    <dgm:txFillClrLst meth="repeat">
      <a:schemeClr val="tx1"/>
    </dgm:txFillClrLst>
    <dgm:txEffectClrLst/>
  </dgm:styleLbl>
  <dgm:styleLbl name="parChTrans1D3">
    <dgm:fillClrLst meth="repeat">
      <a:schemeClr val="accent3">
        <a:tint val="80000"/>
      </a:schemeClr>
    </dgm:fillClrLst>
    <dgm:linClrLst meth="repeat">
      <a:schemeClr val="accent3">
        <a:tint val="80000"/>
      </a:schemeClr>
    </dgm:linClrLst>
    <dgm:effectClrLst/>
    <dgm:txLinClrLst/>
    <dgm:txFillClrLst meth="repeat">
      <a:schemeClr val="tx1"/>
    </dgm:txFillClrLst>
    <dgm:txEffectClrLst/>
  </dgm:styleLbl>
  <dgm:styleLbl name="parChTrans1D4">
    <dgm:fillClrLst meth="repeat">
      <a:schemeClr val="accent3">
        <a:tint val="70000"/>
      </a:schemeClr>
    </dgm:fillClrLst>
    <dgm:linClrLst meth="repeat">
      <a:schemeClr val="accent3">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hade val="80000"/>
      </a:schemeClr>
      <a:schemeClr val="accent3">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hade val="80000"/>
      </a:schemeClr>
      <a:schemeClr val="accent3">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hade val="80000"/>
      </a:schemeClr>
      <a:schemeClr val="accent3">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hade val="80000"/>
      </a:schemeClr>
      <a:schemeClr val="accent3">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3">
        <a:shade val="80000"/>
      </a:schemeClr>
      <a:schemeClr val="accent3">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a:tint val="70000"/>
      </a:schemeClr>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5BA035F-8179-4596-A958-AD0CD095CC0B}" type="doc">
      <dgm:prSet loTypeId="urn:microsoft.com/office/officeart/2005/8/layout/vList2" loCatId="list" qsTypeId="urn:microsoft.com/office/officeart/2005/8/quickstyle/3d3" qsCatId="3D" csTypeId="urn:microsoft.com/office/officeart/2005/8/colors/accent3_2" csCatId="accent3" phldr="1"/>
      <dgm:spPr/>
      <dgm:t>
        <a:bodyPr/>
        <a:lstStyle/>
        <a:p>
          <a:endParaRPr lang="es-CO"/>
        </a:p>
      </dgm:t>
    </dgm:pt>
    <dgm:pt modelId="{C7F6DF07-D7DA-496D-A476-04279650EC10}">
      <dgm:prSet/>
      <dgm:spPr/>
      <dgm:t>
        <a:bodyPr/>
        <a:lstStyle/>
        <a:p>
          <a:pPr algn="ctr"/>
          <a:r>
            <a:rPr lang="es-CO" b="1" dirty="0"/>
            <a:t>FUNDAMENTACIÓN</a:t>
          </a:r>
        </a:p>
      </dgm:t>
    </dgm:pt>
    <dgm:pt modelId="{0ECAD35C-55AC-49B2-9831-6C0AD50D8838}" type="parTrans" cxnId="{B1B0198F-FEFE-40D2-AC81-6D2B8747BEBE}">
      <dgm:prSet/>
      <dgm:spPr/>
      <dgm:t>
        <a:bodyPr/>
        <a:lstStyle/>
        <a:p>
          <a:endParaRPr lang="es-CO"/>
        </a:p>
      </dgm:t>
    </dgm:pt>
    <dgm:pt modelId="{907A49F8-9E5F-4930-B223-E1F5A4A21D99}" type="sibTrans" cxnId="{B1B0198F-FEFE-40D2-AC81-6D2B8747BEBE}">
      <dgm:prSet/>
      <dgm:spPr/>
      <dgm:t>
        <a:bodyPr/>
        <a:lstStyle/>
        <a:p>
          <a:endParaRPr lang="es-CO"/>
        </a:p>
      </dgm:t>
    </dgm:pt>
    <dgm:pt modelId="{9C3235FC-F9ED-4543-A39E-F3FF0E30798A}" type="pres">
      <dgm:prSet presAssocID="{95BA035F-8179-4596-A958-AD0CD095CC0B}" presName="linear" presStyleCnt="0">
        <dgm:presLayoutVars>
          <dgm:animLvl val="lvl"/>
          <dgm:resizeHandles val="exact"/>
        </dgm:presLayoutVars>
      </dgm:prSet>
      <dgm:spPr/>
      <dgm:t>
        <a:bodyPr/>
        <a:lstStyle/>
        <a:p>
          <a:endParaRPr lang="es-ES"/>
        </a:p>
      </dgm:t>
    </dgm:pt>
    <dgm:pt modelId="{C8CF2D84-CB5C-4870-BE17-F34AE6398BA6}" type="pres">
      <dgm:prSet presAssocID="{C7F6DF07-D7DA-496D-A476-04279650EC10}" presName="parentText" presStyleLbl="node1" presStyleIdx="0" presStyleCnt="1">
        <dgm:presLayoutVars>
          <dgm:chMax val="0"/>
          <dgm:bulletEnabled val="1"/>
        </dgm:presLayoutVars>
      </dgm:prSet>
      <dgm:spPr/>
      <dgm:t>
        <a:bodyPr/>
        <a:lstStyle/>
        <a:p>
          <a:endParaRPr lang="es-ES"/>
        </a:p>
      </dgm:t>
    </dgm:pt>
  </dgm:ptLst>
  <dgm:cxnLst>
    <dgm:cxn modelId="{B1B0198F-FEFE-40D2-AC81-6D2B8747BEBE}" srcId="{95BA035F-8179-4596-A958-AD0CD095CC0B}" destId="{C7F6DF07-D7DA-496D-A476-04279650EC10}" srcOrd="0" destOrd="0" parTransId="{0ECAD35C-55AC-49B2-9831-6C0AD50D8838}" sibTransId="{907A49F8-9E5F-4930-B223-E1F5A4A21D99}"/>
    <dgm:cxn modelId="{67650EA7-892A-45BA-88EF-B08FB87FEEB2}" type="presOf" srcId="{95BA035F-8179-4596-A958-AD0CD095CC0B}" destId="{9C3235FC-F9ED-4543-A39E-F3FF0E30798A}" srcOrd="0" destOrd="0" presId="urn:microsoft.com/office/officeart/2005/8/layout/vList2"/>
    <dgm:cxn modelId="{9C0516A3-0F2A-4CE4-A9A9-2E81B03FE9C7}" type="presOf" srcId="{C7F6DF07-D7DA-496D-A476-04279650EC10}" destId="{C8CF2D84-CB5C-4870-BE17-F34AE6398BA6}" srcOrd="0" destOrd="0" presId="urn:microsoft.com/office/officeart/2005/8/layout/vList2"/>
    <dgm:cxn modelId="{3F0A0657-F7A1-4735-A7E6-DE57DDE0A8FD}" type="presParOf" srcId="{9C3235FC-F9ED-4543-A39E-F3FF0E30798A}" destId="{C8CF2D84-CB5C-4870-BE17-F34AE6398BA6}" srcOrd="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a:ext uri="{C62137D5-CB1D-491B-B009-E17868A290BF}">
      <dgm14:recolorImg xmlns:dgm14="http://schemas.microsoft.com/office/drawing/2010/diagram" val="1"/>
    </a:ext>
  </dgm:extLst>
</dgm:dataModel>
</file>

<file path=ppt/diagrams/data2.xml><?xml version="1.0" encoding="utf-8"?>
<dgm:dataModel xmlns:dgm="http://schemas.openxmlformats.org/drawingml/2006/diagram" xmlns:a="http://schemas.openxmlformats.org/drawingml/2006/main">
  <dgm:ptLst>
    <dgm:pt modelId="{376C8184-9B6A-4D7E-AE6D-6DD92843F1DC}" type="doc">
      <dgm:prSet loTypeId="urn:microsoft.com/office/officeart/2005/8/layout/vList2" loCatId="list" qsTypeId="urn:microsoft.com/office/officeart/2005/8/quickstyle/3d3" qsCatId="3D" csTypeId="urn:microsoft.com/office/officeart/2005/8/colors/accent2_2" csCatId="accent2" phldr="1"/>
      <dgm:spPr/>
      <dgm:t>
        <a:bodyPr/>
        <a:lstStyle/>
        <a:p>
          <a:endParaRPr lang="es-CO"/>
        </a:p>
      </dgm:t>
    </dgm:pt>
    <dgm:pt modelId="{D763F825-BCA9-42C1-A01E-CD07126038A9}">
      <dgm:prSet/>
      <dgm:spPr/>
      <dgm:t>
        <a:bodyPr/>
        <a:lstStyle/>
        <a:p>
          <a:pPr algn="ctr"/>
          <a:r>
            <a:rPr lang="es-CO" b="1" dirty="0"/>
            <a:t>PERTINENCIA</a:t>
          </a:r>
        </a:p>
      </dgm:t>
    </dgm:pt>
    <dgm:pt modelId="{4D348EE0-A11C-41C9-9CDB-B3C59950A90F}" type="parTrans" cxnId="{1C13F7B1-B293-46F0-8D39-63437B91D6B1}">
      <dgm:prSet/>
      <dgm:spPr/>
      <dgm:t>
        <a:bodyPr/>
        <a:lstStyle/>
        <a:p>
          <a:endParaRPr lang="es-CO"/>
        </a:p>
      </dgm:t>
    </dgm:pt>
    <dgm:pt modelId="{89C347BD-6F1D-438E-A1D0-A8671AD78AC9}" type="sibTrans" cxnId="{1C13F7B1-B293-46F0-8D39-63437B91D6B1}">
      <dgm:prSet/>
      <dgm:spPr/>
      <dgm:t>
        <a:bodyPr/>
        <a:lstStyle/>
        <a:p>
          <a:endParaRPr lang="es-CO"/>
        </a:p>
      </dgm:t>
    </dgm:pt>
    <dgm:pt modelId="{90BA5739-2A23-42E9-8157-853E0509D165}" type="pres">
      <dgm:prSet presAssocID="{376C8184-9B6A-4D7E-AE6D-6DD92843F1DC}" presName="linear" presStyleCnt="0">
        <dgm:presLayoutVars>
          <dgm:animLvl val="lvl"/>
          <dgm:resizeHandles val="exact"/>
        </dgm:presLayoutVars>
      </dgm:prSet>
      <dgm:spPr/>
      <dgm:t>
        <a:bodyPr/>
        <a:lstStyle/>
        <a:p>
          <a:endParaRPr lang="es-ES"/>
        </a:p>
      </dgm:t>
    </dgm:pt>
    <dgm:pt modelId="{DEF29C7E-E073-4C24-BFC4-FE36920507FF}" type="pres">
      <dgm:prSet presAssocID="{D763F825-BCA9-42C1-A01E-CD07126038A9}" presName="parentText" presStyleLbl="node1" presStyleIdx="0" presStyleCnt="1">
        <dgm:presLayoutVars>
          <dgm:chMax val="0"/>
          <dgm:bulletEnabled val="1"/>
        </dgm:presLayoutVars>
      </dgm:prSet>
      <dgm:spPr/>
      <dgm:t>
        <a:bodyPr/>
        <a:lstStyle/>
        <a:p>
          <a:endParaRPr lang="es-ES"/>
        </a:p>
      </dgm:t>
    </dgm:pt>
  </dgm:ptLst>
  <dgm:cxnLst>
    <dgm:cxn modelId="{D7F30D7B-F389-4115-A5A9-CD630504A619}" type="presOf" srcId="{376C8184-9B6A-4D7E-AE6D-6DD92843F1DC}" destId="{90BA5739-2A23-42E9-8157-853E0509D165}" srcOrd="0" destOrd="0" presId="urn:microsoft.com/office/officeart/2005/8/layout/vList2"/>
    <dgm:cxn modelId="{198B1697-9C27-4CA9-ADFF-97E31701E105}" type="presOf" srcId="{D763F825-BCA9-42C1-A01E-CD07126038A9}" destId="{DEF29C7E-E073-4C24-BFC4-FE36920507FF}" srcOrd="0" destOrd="0" presId="urn:microsoft.com/office/officeart/2005/8/layout/vList2"/>
    <dgm:cxn modelId="{1C13F7B1-B293-46F0-8D39-63437B91D6B1}" srcId="{376C8184-9B6A-4D7E-AE6D-6DD92843F1DC}" destId="{D763F825-BCA9-42C1-A01E-CD07126038A9}" srcOrd="0" destOrd="0" parTransId="{4D348EE0-A11C-41C9-9CDB-B3C59950A90F}" sibTransId="{89C347BD-6F1D-438E-A1D0-A8671AD78AC9}"/>
    <dgm:cxn modelId="{28DF575F-C6CE-4D87-BBD4-DFFE26966AF6}" type="presParOf" srcId="{90BA5739-2A23-42E9-8157-853E0509D165}" destId="{DEF29C7E-E073-4C24-BFC4-FE36920507FF}" srcOrd="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95BA035F-8179-4596-A958-AD0CD095CC0B}" type="doc">
      <dgm:prSet loTypeId="urn:microsoft.com/office/officeart/2005/8/layout/vList2" loCatId="list" qsTypeId="urn:microsoft.com/office/officeart/2005/8/quickstyle/3d3" qsCatId="3D" csTypeId="urn:microsoft.com/office/officeart/2005/8/colors/accent3_2" csCatId="accent3" phldr="1"/>
      <dgm:spPr/>
      <dgm:t>
        <a:bodyPr/>
        <a:lstStyle/>
        <a:p>
          <a:endParaRPr lang="es-CO"/>
        </a:p>
      </dgm:t>
    </dgm:pt>
    <dgm:pt modelId="{C7F6DF07-D7DA-496D-A476-04279650EC10}">
      <dgm:prSet/>
      <dgm:spPr/>
      <dgm:t>
        <a:bodyPr/>
        <a:lstStyle/>
        <a:p>
          <a:pPr algn="ctr"/>
          <a:r>
            <a:rPr lang="es-MX" b="1" dirty="0"/>
            <a:t>CONSISTENCIA</a:t>
          </a:r>
          <a:endParaRPr lang="es-CO" b="1" dirty="0"/>
        </a:p>
      </dgm:t>
    </dgm:pt>
    <dgm:pt modelId="{0ECAD35C-55AC-49B2-9831-6C0AD50D8838}" type="parTrans" cxnId="{B1B0198F-FEFE-40D2-AC81-6D2B8747BEBE}">
      <dgm:prSet/>
      <dgm:spPr/>
      <dgm:t>
        <a:bodyPr/>
        <a:lstStyle/>
        <a:p>
          <a:endParaRPr lang="es-CO"/>
        </a:p>
      </dgm:t>
    </dgm:pt>
    <dgm:pt modelId="{907A49F8-9E5F-4930-B223-E1F5A4A21D99}" type="sibTrans" cxnId="{B1B0198F-FEFE-40D2-AC81-6D2B8747BEBE}">
      <dgm:prSet/>
      <dgm:spPr/>
      <dgm:t>
        <a:bodyPr/>
        <a:lstStyle/>
        <a:p>
          <a:endParaRPr lang="es-CO"/>
        </a:p>
      </dgm:t>
    </dgm:pt>
    <dgm:pt modelId="{9C3235FC-F9ED-4543-A39E-F3FF0E30798A}" type="pres">
      <dgm:prSet presAssocID="{95BA035F-8179-4596-A958-AD0CD095CC0B}" presName="linear" presStyleCnt="0">
        <dgm:presLayoutVars>
          <dgm:animLvl val="lvl"/>
          <dgm:resizeHandles val="exact"/>
        </dgm:presLayoutVars>
      </dgm:prSet>
      <dgm:spPr/>
      <dgm:t>
        <a:bodyPr/>
        <a:lstStyle/>
        <a:p>
          <a:endParaRPr lang="es-ES"/>
        </a:p>
      </dgm:t>
    </dgm:pt>
    <dgm:pt modelId="{C8CF2D84-CB5C-4870-BE17-F34AE6398BA6}" type="pres">
      <dgm:prSet presAssocID="{C7F6DF07-D7DA-496D-A476-04279650EC10}" presName="parentText" presStyleLbl="node1" presStyleIdx="0" presStyleCnt="1">
        <dgm:presLayoutVars>
          <dgm:chMax val="0"/>
          <dgm:bulletEnabled val="1"/>
        </dgm:presLayoutVars>
      </dgm:prSet>
      <dgm:spPr/>
      <dgm:t>
        <a:bodyPr/>
        <a:lstStyle/>
        <a:p>
          <a:endParaRPr lang="es-ES"/>
        </a:p>
      </dgm:t>
    </dgm:pt>
  </dgm:ptLst>
  <dgm:cxnLst>
    <dgm:cxn modelId="{B1B0198F-FEFE-40D2-AC81-6D2B8747BEBE}" srcId="{95BA035F-8179-4596-A958-AD0CD095CC0B}" destId="{C7F6DF07-D7DA-496D-A476-04279650EC10}" srcOrd="0" destOrd="0" parTransId="{0ECAD35C-55AC-49B2-9831-6C0AD50D8838}" sibTransId="{907A49F8-9E5F-4930-B223-E1F5A4A21D99}"/>
    <dgm:cxn modelId="{67650EA7-892A-45BA-88EF-B08FB87FEEB2}" type="presOf" srcId="{95BA035F-8179-4596-A958-AD0CD095CC0B}" destId="{9C3235FC-F9ED-4543-A39E-F3FF0E30798A}" srcOrd="0" destOrd="0" presId="urn:microsoft.com/office/officeart/2005/8/layout/vList2"/>
    <dgm:cxn modelId="{9C0516A3-0F2A-4CE4-A9A9-2E81B03FE9C7}" type="presOf" srcId="{C7F6DF07-D7DA-496D-A476-04279650EC10}" destId="{C8CF2D84-CB5C-4870-BE17-F34AE6398BA6}" srcOrd="0" destOrd="0" presId="urn:microsoft.com/office/officeart/2005/8/layout/vList2"/>
    <dgm:cxn modelId="{3F0A0657-F7A1-4735-A7E6-DE57DDE0A8FD}" type="presParOf" srcId="{9C3235FC-F9ED-4543-A39E-F3FF0E30798A}" destId="{C8CF2D84-CB5C-4870-BE17-F34AE6398BA6}" srcOrd="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a:ext uri="{C62137D5-CB1D-491B-B009-E17868A290BF}">
      <dgm14:recolorImg xmlns:dgm14="http://schemas.microsoft.com/office/drawing/2010/diagram" val="1"/>
    </a:ext>
  </dgm:extLst>
</dgm:dataModel>
</file>

<file path=ppt/diagrams/data4.xml><?xml version="1.0" encoding="utf-8"?>
<dgm:dataModel xmlns:dgm="http://schemas.openxmlformats.org/drawingml/2006/diagram" xmlns:a="http://schemas.openxmlformats.org/drawingml/2006/main">
  <dgm:ptLst>
    <dgm:pt modelId="{376C8184-9B6A-4D7E-AE6D-6DD92843F1DC}" type="doc">
      <dgm:prSet loTypeId="urn:microsoft.com/office/officeart/2005/8/layout/vList2" loCatId="list" qsTypeId="urn:microsoft.com/office/officeart/2005/8/quickstyle/3d3" qsCatId="3D" csTypeId="urn:microsoft.com/office/officeart/2005/8/colors/accent2_2" csCatId="accent2" phldr="1"/>
      <dgm:spPr/>
      <dgm:t>
        <a:bodyPr/>
        <a:lstStyle/>
        <a:p>
          <a:endParaRPr lang="es-CO"/>
        </a:p>
      </dgm:t>
    </dgm:pt>
    <dgm:pt modelId="{D763F825-BCA9-42C1-A01E-CD07126038A9}">
      <dgm:prSet/>
      <dgm:spPr/>
      <dgm:t>
        <a:bodyPr/>
        <a:lstStyle/>
        <a:p>
          <a:pPr algn="ctr"/>
          <a:r>
            <a:rPr lang="es-CO" b="1" dirty="0"/>
            <a:t>MADUREZ</a:t>
          </a:r>
        </a:p>
      </dgm:t>
    </dgm:pt>
    <dgm:pt modelId="{4D348EE0-A11C-41C9-9CDB-B3C59950A90F}" type="parTrans" cxnId="{1C13F7B1-B293-46F0-8D39-63437B91D6B1}">
      <dgm:prSet/>
      <dgm:spPr/>
      <dgm:t>
        <a:bodyPr/>
        <a:lstStyle/>
        <a:p>
          <a:endParaRPr lang="es-CO"/>
        </a:p>
      </dgm:t>
    </dgm:pt>
    <dgm:pt modelId="{89C347BD-6F1D-438E-A1D0-A8671AD78AC9}" type="sibTrans" cxnId="{1C13F7B1-B293-46F0-8D39-63437B91D6B1}">
      <dgm:prSet/>
      <dgm:spPr/>
      <dgm:t>
        <a:bodyPr/>
        <a:lstStyle/>
        <a:p>
          <a:endParaRPr lang="es-CO"/>
        </a:p>
      </dgm:t>
    </dgm:pt>
    <dgm:pt modelId="{90BA5739-2A23-42E9-8157-853E0509D165}" type="pres">
      <dgm:prSet presAssocID="{376C8184-9B6A-4D7E-AE6D-6DD92843F1DC}" presName="linear" presStyleCnt="0">
        <dgm:presLayoutVars>
          <dgm:animLvl val="lvl"/>
          <dgm:resizeHandles val="exact"/>
        </dgm:presLayoutVars>
      </dgm:prSet>
      <dgm:spPr/>
      <dgm:t>
        <a:bodyPr/>
        <a:lstStyle/>
        <a:p>
          <a:endParaRPr lang="es-ES"/>
        </a:p>
      </dgm:t>
    </dgm:pt>
    <dgm:pt modelId="{DEF29C7E-E073-4C24-BFC4-FE36920507FF}" type="pres">
      <dgm:prSet presAssocID="{D763F825-BCA9-42C1-A01E-CD07126038A9}" presName="parentText" presStyleLbl="node1" presStyleIdx="0" presStyleCnt="1">
        <dgm:presLayoutVars>
          <dgm:chMax val="0"/>
          <dgm:bulletEnabled val="1"/>
        </dgm:presLayoutVars>
      </dgm:prSet>
      <dgm:spPr/>
      <dgm:t>
        <a:bodyPr/>
        <a:lstStyle/>
        <a:p>
          <a:endParaRPr lang="es-ES"/>
        </a:p>
      </dgm:t>
    </dgm:pt>
  </dgm:ptLst>
  <dgm:cxnLst>
    <dgm:cxn modelId="{D7F30D7B-F389-4115-A5A9-CD630504A619}" type="presOf" srcId="{376C8184-9B6A-4D7E-AE6D-6DD92843F1DC}" destId="{90BA5739-2A23-42E9-8157-853E0509D165}" srcOrd="0" destOrd="0" presId="urn:microsoft.com/office/officeart/2005/8/layout/vList2"/>
    <dgm:cxn modelId="{198B1697-9C27-4CA9-ADFF-97E31701E105}" type="presOf" srcId="{D763F825-BCA9-42C1-A01E-CD07126038A9}" destId="{DEF29C7E-E073-4C24-BFC4-FE36920507FF}" srcOrd="0" destOrd="0" presId="urn:microsoft.com/office/officeart/2005/8/layout/vList2"/>
    <dgm:cxn modelId="{1C13F7B1-B293-46F0-8D39-63437B91D6B1}" srcId="{376C8184-9B6A-4D7E-AE6D-6DD92843F1DC}" destId="{D763F825-BCA9-42C1-A01E-CD07126038A9}" srcOrd="0" destOrd="0" parTransId="{4D348EE0-A11C-41C9-9CDB-B3C59950A90F}" sibTransId="{89C347BD-6F1D-438E-A1D0-A8671AD78AC9}"/>
    <dgm:cxn modelId="{28DF575F-C6CE-4D87-BBD4-DFFE26966AF6}" type="presParOf" srcId="{90BA5739-2A23-42E9-8157-853E0509D165}" destId="{DEF29C7E-E073-4C24-BFC4-FE36920507FF}" srcOrd="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83A31B69-566F-4499-A255-C960BF21662E}" type="doc">
      <dgm:prSet loTypeId="urn:microsoft.com/office/officeart/2005/8/layout/vList2" loCatId="list" qsTypeId="urn:microsoft.com/office/officeart/2005/8/quickstyle/3d3" qsCatId="3D" csTypeId="urn:microsoft.com/office/officeart/2005/8/colors/accent3_3" csCatId="accent3" phldr="1"/>
      <dgm:spPr/>
      <dgm:t>
        <a:bodyPr/>
        <a:lstStyle/>
        <a:p>
          <a:endParaRPr lang="es-CO"/>
        </a:p>
      </dgm:t>
    </dgm:pt>
    <dgm:pt modelId="{7F922071-A59B-4287-9D0E-7DF877A3045C}">
      <dgm:prSet/>
      <dgm:spPr/>
      <dgm:t>
        <a:bodyPr/>
        <a:lstStyle/>
        <a:p>
          <a:pPr algn="ctr"/>
          <a:r>
            <a:rPr lang="es-CO" b="1" dirty="0"/>
            <a:t>EMPODERAMIENTO</a:t>
          </a:r>
        </a:p>
      </dgm:t>
    </dgm:pt>
    <dgm:pt modelId="{E9C193A8-A247-4C39-A3FE-B504305332DF}" type="parTrans" cxnId="{1DB7F010-2F4E-456D-B4C0-2FE7D9AE0F4F}">
      <dgm:prSet/>
      <dgm:spPr/>
      <dgm:t>
        <a:bodyPr/>
        <a:lstStyle/>
        <a:p>
          <a:endParaRPr lang="es-CO" b="1"/>
        </a:p>
      </dgm:t>
    </dgm:pt>
    <dgm:pt modelId="{9281B5D9-05E2-4982-B9B4-2700AAECF309}" type="sibTrans" cxnId="{1DB7F010-2F4E-456D-B4C0-2FE7D9AE0F4F}">
      <dgm:prSet/>
      <dgm:spPr/>
      <dgm:t>
        <a:bodyPr/>
        <a:lstStyle/>
        <a:p>
          <a:endParaRPr lang="es-CO" b="1"/>
        </a:p>
      </dgm:t>
    </dgm:pt>
    <dgm:pt modelId="{EE60C2F3-6D59-4EF4-99CC-E08E4187B5AD}" type="pres">
      <dgm:prSet presAssocID="{83A31B69-566F-4499-A255-C960BF21662E}" presName="linear" presStyleCnt="0">
        <dgm:presLayoutVars>
          <dgm:animLvl val="lvl"/>
          <dgm:resizeHandles val="exact"/>
        </dgm:presLayoutVars>
      </dgm:prSet>
      <dgm:spPr/>
      <dgm:t>
        <a:bodyPr/>
        <a:lstStyle/>
        <a:p>
          <a:endParaRPr lang="es-ES"/>
        </a:p>
      </dgm:t>
    </dgm:pt>
    <dgm:pt modelId="{31B678E1-2000-4FC0-838F-85DFB5B56F1D}" type="pres">
      <dgm:prSet presAssocID="{7F922071-A59B-4287-9D0E-7DF877A3045C}" presName="parentText" presStyleLbl="node1" presStyleIdx="0" presStyleCnt="1">
        <dgm:presLayoutVars>
          <dgm:chMax val="0"/>
          <dgm:bulletEnabled val="1"/>
        </dgm:presLayoutVars>
      </dgm:prSet>
      <dgm:spPr/>
      <dgm:t>
        <a:bodyPr/>
        <a:lstStyle/>
        <a:p>
          <a:endParaRPr lang="es-ES"/>
        </a:p>
      </dgm:t>
    </dgm:pt>
  </dgm:ptLst>
  <dgm:cxnLst>
    <dgm:cxn modelId="{FD4F9621-F8E9-4ECC-8981-5720E0F99AC2}" type="presOf" srcId="{83A31B69-566F-4499-A255-C960BF21662E}" destId="{EE60C2F3-6D59-4EF4-99CC-E08E4187B5AD}" srcOrd="0" destOrd="0" presId="urn:microsoft.com/office/officeart/2005/8/layout/vList2"/>
    <dgm:cxn modelId="{1DB7F010-2F4E-456D-B4C0-2FE7D9AE0F4F}" srcId="{83A31B69-566F-4499-A255-C960BF21662E}" destId="{7F922071-A59B-4287-9D0E-7DF877A3045C}" srcOrd="0" destOrd="0" parTransId="{E9C193A8-A247-4C39-A3FE-B504305332DF}" sibTransId="{9281B5D9-05E2-4982-B9B4-2700AAECF309}"/>
    <dgm:cxn modelId="{07D11A80-66BF-4FBD-BA76-79F3089DA47E}" type="presOf" srcId="{7F922071-A59B-4287-9D0E-7DF877A3045C}" destId="{31B678E1-2000-4FC0-838F-85DFB5B56F1D}" srcOrd="0" destOrd="0" presId="urn:microsoft.com/office/officeart/2005/8/layout/vList2"/>
    <dgm:cxn modelId="{177D5206-8400-4099-8762-F6244B234210}" type="presParOf" srcId="{EE60C2F3-6D59-4EF4-99CC-E08E4187B5AD}" destId="{31B678E1-2000-4FC0-838F-85DFB5B56F1D}" srcOrd="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A6514916-3387-426F-A9A9-E61B9485027B}" type="doc">
      <dgm:prSet loTypeId="urn:microsoft.com/office/officeart/2005/8/layout/vList2" loCatId="list" qsTypeId="urn:microsoft.com/office/officeart/2005/8/quickstyle/3d3" qsCatId="3D" csTypeId="urn:microsoft.com/office/officeart/2005/8/colors/colorful2" csCatId="colorful" phldr="1"/>
      <dgm:spPr/>
      <dgm:t>
        <a:bodyPr/>
        <a:lstStyle/>
        <a:p>
          <a:endParaRPr lang="es-CO"/>
        </a:p>
      </dgm:t>
    </dgm:pt>
    <dgm:pt modelId="{2BA2871D-4D81-449B-BC5B-1C6D17252554}">
      <dgm:prSet/>
      <dgm:spPr/>
      <dgm:t>
        <a:bodyPr/>
        <a:lstStyle/>
        <a:p>
          <a:pPr algn="ctr"/>
          <a:r>
            <a:rPr lang="es-CO" b="1" dirty="0"/>
            <a:t>EVALUACIÓN Y SEGUIMIENTO</a:t>
          </a:r>
        </a:p>
      </dgm:t>
    </dgm:pt>
    <dgm:pt modelId="{A2D1B0C6-1A70-485D-BDAA-35E0FA57F7F1}" type="parTrans" cxnId="{2517FB1F-33DE-4F65-8466-9BE6FC21C8EF}">
      <dgm:prSet/>
      <dgm:spPr/>
      <dgm:t>
        <a:bodyPr/>
        <a:lstStyle/>
        <a:p>
          <a:endParaRPr lang="es-CO"/>
        </a:p>
      </dgm:t>
    </dgm:pt>
    <dgm:pt modelId="{3FE21DCF-86CA-4EA9-BC90-807B687D300A}" type="sibTrans" cxnId="{2517FB1F-33DE-4F65-8466-9BE6FC21C8EF}">
      <dgm:prSet/>
      <dgm:spPr/>
      <dgm:t>
        <a:bodyPr/>
        <a:lstStyle/>
        <a:p>
          <a:endParaRPr lang="es-CO"/>
        </a:p>
      </dgm:t>
    </dgm:pt>
    <dgm:pt modelId="{080806E0-BA41-4A10-84E1-9CB4EB13CD23}" type="pres">
      <dgm:prSet presAssocID="{A6514916-3387-426F-A9A9-E61B9485027B}" presName="linear" presStyleCnt="0">
        <dgm:presLayoutVars>
          <dgm:animLvl val="lvl"/>
          <dgm:resizeHandles val="exact"/>
        </dgm:presLayoutVars>
      </dgm:prSet>
      <dgm:spPr/>
      <dgm:t>
        <a:bodyPr/>
        <a:lstStyle/>
        <a:p>
          <a:endParaRPr lang="es-ES"/>
        </a:p>
      </dgm:t>
    </dgm:pt>
    <dgm:pt modelId="{46DBEF42-CFB9-4902-8628-91F229D11855}" type="pres">
      <dgm:prSet presAssocID="{2BA2871D-4D81-449B-BC5B-1C6D17252554}" presName="parentText" presStyleLbl="node1" presStyleIdx="0" presStyleCnt="1">
        <dgm:presLayoutVars>
          <dgm:chMax val="0"/>
          <dgm:bulletEnabled val="1"/>
        </dgm:presLayoutVars>
      </dgm:prSet>
      <dgm:spPr/>
      <dgm:t>
        <a:bodyPr/>
        <a:lstStyle/>
        <a:p>
          <a:endParaRPr lang="es-ES"/>
        </a:p>
      </dgm:t>
    </dgm:pt>
  </dgm:ptLst>
  <dgm:cxnLst>
    <dgm:cxn modelId="{2517FB1F-33DE-4F65-8466-9BE6FC21C8EF}" srcId="{A6514916-3387-426F-A9A9-E61B9485027B}" destId="{2BA2871D-4D81-449B-BC5B-1C6D17252554}" srcOrd="0" destOrd="0" parTransId="{A2D1B0C6-1A70-485D-BDAA-35E0FA57F7F1}" sibTransId="{3FE21DCF-86CA-4EA9-BC90-807B687D300A}"/>
    <dgm:cxn modelId="{D01498A4-5C70-4BFF-AE5E-8F50CD19E28C}" type="presOf" srcId="{2BA2871D-4D81-449B-BC5B-1C6D17252554}" destId="{46DBEF42-CFB9-4902-8628-91F229D11855}" srcOrd="0" destOrd="0" presId="urn:microsoft.com/office/officeart/2005/8/layout/vList2"/>
    <dgm:cxn modelId="{074143AF-D452-4271-A46A-20CFFBC8535D}" type="presOf" srcId="{A6514916-3387-426F-A9A9-E61B9485027B}" destId="{080806E0-BA41-4A10-84E1-9CB4EB13CD23}" srcOrd="0" destOrd="0" presId="urn:microsoft.com/office/officeart/2005/8/layout/vList2"/>
    <dgm:cxn modelId="{4F76AB15-EAF1-4140-AC09-5832B4F2EC95}" type="presParOf" srcId="{080806E0-BA41-4A10-84E1-9CB4EB13CD23}" destId="{46DBEF42-CFB9-4902-8628-91F229D11855}" srcOrd="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F0D6CE0B-2D60-414F-8282-1607279681D0}" type="doc">
      <dgm:prSet loTypeId="urn:microsoft.com/office/officeart/2005/8/layout/vList2" loCatId="list" qsTypeId="urn:microsoft.com/office/officeart/2005/8/quickstyle/simple1" qsCatId="simple" csTypeId="urn:microsoft.com/office/officeart/2005/8/colors/accent3_3" csCatId="accent3" phldr="1"/>
      <dgm:spPr/>
      <dgm:t>
        <a:bodyPr/>
        <a:lstStyle/>
        <a:p>
          <a:endParaRPr lang="es-CO"/>
        </a:p>
      </dgm:t>
    </dgm:pt>
    <dgm:pt modelId="{4BE1E9D8-92A4-4131-98FE-32C23E18DF9E}">
      <dgm:prSet/>
      <dgm:spPr/>
      <dgm:t>
        <a:bodyPr/>
        <a:lstStyle/>
        <a:p>
          <a:pPr algn="ctr"/>
          <a:r>
            <a:rPr lang="es-CO" b="1" dirty="0"/>
            <a:t>RESULTADOS</a:t>
          </a:r>
        </a:p>
      </dgm:t>
    </dgm:pt>
    <dgm:pt modelId="{1930D40E-B03D-4839-A982-53AD0489D07B}" type="parTrans" cxnId="{85C0D94F-054A-4F2D-8824-BE123990943E}">
      <dgm:prSet/>
      <dgm:spPr/>
      <dgm:t>
        <a:bodyPr/>
        <a:lstStyle/>
        <a:p>
          <a:endParaRPr lang="es-CO"/>
        </a:p>
      </dgm:t>
    </dgm:pt>
    <dgm:pt modelId="{80F9BB87-4645-4FA1-86B7-EB92A4FF299B}" type="sibTrans" cxnId="{85C0D94F-054A-4F2D-8824-BE123990943E}">
      <dgm:prSet/>
      <dgm:spPr/>
      <dgm:t>
        <a:bodyPr/>
        <a:lstStyle/>
        <a:p>
          <a:endParaRPr lang="es-CO"/>
        </a:p>
      </dgm:t>
    </dgm:pt>
    <dgm:pt modelId="{8B493A19-E0B3-4362-83A1-95600E5C1841}" type="pres">
      <dgm:prSet presAssocID="{F0D6CE0B-2D60-414F-8282-1607279681D0}" presName="linear" presStyleCnt="0">
        <dgm:presLayoutVars>
          <dgm:animLvl val="lvl"/>
          <dgm:resizeHandles val="exact"/>
        </dgm:presLayoutVars>
      </dgm:prSet>
      <dgm:spPr/>
      <dgm:t>
        <a:bodyPr/>
        <a:lstStyle/>
        <a:p>
          <a:endParaRPr lang="es-ES"/>
        </a:p>
      </dgm:t>
    </dgm:pt>
    <dgm:pt modelId="{5AEA1D65-4B02-4517-868D-2252660EBBF2}" type="pres">
      <dgm:prSet presAssocID="{4BE1E9D8-92A4-4131-98FE-32C23E18DF9E}" presName="parentText" presStyleLbl="node1" presStyleIdx="0" presStyleCnt="1">
        <dgm:presLayoutVars>
          <dgm:chMax val="0"/>
          <dgm:bulletEnabled val="1"/>
        </dgm:presLayoutVars>
      </dgm:prSet>
      <dgm:spPr/>
      <dgm:t>
        <a:bodyPr/>
        <a:lstStyle/>
        <a:p>
          <a:endParaRPr lang="es-ES"/>
        </a:p>
      </dgm:t>
    </dgm:pt>
  </dgm:ptLst>
  <dgm:cxnLst>
    <dgm:cxn modelId="{85C0D94F-054A-4F2D-8824-BE123990943E}" srcId="{F0D6CE0B-2D60-414F-8282-1607279681D0}" destId="{4BE1E9D8-92A4-4131-98FE-32C23E18DF9E}" srcOrd="0" destOrd="0" parTransId="{1930D40E-B03D-4839-A982-53AD0489D07B}" sibTransId="{80F9BB87-4645-4FA1-86B7-EB92A4FF299B}"/>
    <dgm:cxn modelId="{501B4ACA-5E48-43ED-863A-C545ECA7DCEC}" type="presOf" srcId="{F0D6CE0B-2D60-414F-8282-1607279681D0}" destId="{8B493A19-E0B3-4362-83A1-95600E5C1841}" srcOrd="0" destOrd="0" presId="urn:microsoft.com/office/officeart/2005/8/layout/vList2"/>
    <dgm:cxn modelId="{07E2B8AE-E04C-43C3-AFB8-369A44CEDD86}" type="presOf" srcId="{4BE1E9D8-92A4-4131-98FE-32C23E18DF9E}" destId="{5AEA1D65-4B02-4517-868D-2252660EBBF2}" srcOrd="0" destOrd="0" presId="urn:microsoft.com/office/officeart/2005/8/layout/vList2"/>
    <dgm:cxn modelId="{86F0A67D-39D2-4BEF-9524-073A3D7CBB7A}" type="presParOf" srcId="{8B493A19-E0B3-4362-83A1-95600E5C1841}" destId="{5AEA1D65-4B02-4517-868D-2252660EBBF2}" srcOrd="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88F95D73-2495-44C2-9DD5-C70761581563}" type="doc">
      <dgm:prSet loTypeId="urn:microsoft.com/office/officeart/2005/8/layout/vList2" loCatId="list" qsTypeId="urn:microsoft.com/office/officeart/2005/8/quickstyle/simple1" qsCatId="simple" csTypeId="urn:microsoft.com/office/officeart/2005/8/colors/colorful2" csCatId="colorful" phldr="1"/>
      <dgm:spPr/>
      <dgm:t>
        <a:bodyPr/>
        <a:lstStyle/>
        <a:p>
          <a:endParaRPr lang="es-CO"/>
        </a:p>
      </dgm:t>
    </dgm:pt>
    <dgm:pt modelId="{51233226-7FFA-47FA-ADDE-E1F038A8910B}">
      <dgm:prSet/>
      <dgm:spPr/>
      <dgm:t>
        <a:bodyPr/>
        <a:lstStyle/>
        <a:p>
          <a:pPr algn="ctr"/>
          <a:r>
            <a:rPr lang="es-CO" b="1" dirty="0"/>
            <a:t>TRANSFERENCIAS</a:t>
          </a:r>
        </a:p>
      </dgm:t>
    </dgm:pt>
    <dgm:pt modelId="{A1875DB1-7F9C-4C1E-9DD0-4A62ED88E181}" type="parTrans" cxnId="{B79677B4-0036-49C2-8874-83C890FB5FBB}">
      <dgm:prSet/>
      <dgm:spPr/>
      <dgm:t>
        <a:bodyPr/>
        <a:lstStyle/>
        <a:p>
          <a:endParaRPr lang="es-CO"/>
        </a:p>
      </dgm:t>
    </dgm:pt>
    <dgm:pt modelId="{C474848E-D8AD-4CD6-AE91-CB79CC955440}" type="sibTrans" cxnId="{B79677B4-0036-49C2-8874-83C890FB5FBB}">
      <dgm:prSet/>
      <dgm:spPr/>
      <dgm:t>
        <a:bodyPr/>
        <a:lstStyle/>
        <a:p>
          <a:endParaRPr lang="es-CO"/>
        </a:p>
      </dgm:t>
    </dgm:pt>
    <dgm:pt modelId="{9F9918A5-B1D9-4E6F-A0AB-9DCECB5A8FF1}" type="pres">
      <dgm:prSet presAssocID="{88F95D73-2495-44C2-9DD5-C70761581563}" presName="linear" presStyleCnt="0">
        <dgm:presLayoutVars>
          <dgm:animLvl val="lvl"/>
          <dgm:resizeHandles val="exact"/>
        </dgm:presLayoutVars>
      </dgm:prSet>
      <dgm:spPr/>
      <dgm:t>
        <a:bodyPr/>
        <a:lstStyle/>
        <a:p>
          <a:endParaRPr lang="es-ES"/>
        </a:p>
      </dgm:t>
    </dgm:pt>
    <dgm:pt modelId="{4F22A99A-39B7-4281-9165-D87AAF77F3C2}" type="pres">
      <dgm:prSet presAssocID="{51233226-7FFA-47FA-ADDE-E1F038A8910B}" presName="parentText" presStyleLbl="node1" presStyleIdx="0" presStyleCnt="1">
        <dgm:presLayoutVars>
          <dgm:chMax val="0"/>
          <dgm:bulletEnabled val="1"/>
        </dgm:presLayoutVars>
      </dgm:prSet>
      <dgm:spPr/>
      <dgm:t>
        <a:bodyPr/>
        <a:lstStyle/>
        <a:p>
          <a:endParaRPr lang="es-ES"/>
        </a:p>
      </dgm:t>
    </dgm:pt>
  </dgm:ptLst>
  <dgm:cxnLst>
    <dgm:cxn modelId="{EB480121-F741-49F6-996F-1BF9FFC34FC7}" type="presOf" srcId="{51233226-7FFA-47FA-ADDE-E1F038A8910B}" destId="{4F22A99A-39B7-4281-9165-D87AAF77F3C2}" srcOrd="0" destOrd="0" presId="urn:microsoft.com/office/officeart/2005/8/layout/vList2"/>
    <dgm:cxn modelId="{B79677B4-0036-49C2-8874-83C890FB5FBB}" srcId="{88F95D73-2495-44C2-9DD5-C70761581563}" destId="{51233226-7FFA-47FA-ADDE-E1F038A8910B}" srcOrd="0" destOrd="0" parTransId="{A1875DB1-7F9C-4C1E-9DD0-4A62ED88E181}" sibTransId="{C474848E-D8AD-4CD6-AE91-CB79CC955440}"/>
    <dgm:cxn modelId="{C9A76027-D350-42E7-B3AA-20CBFF60E6BF}" type="presOf" srcId="{88F95D73-2495-44C2-9DD5-C70761581563}" destId="{9F9918A5-B1D9-4E6F-A0AB-9DCECB5A8FF1}" srcOrd="0" destOrd="0" presId="urn:microsoft.com/office/officeart/2005/8/layout/vList2"/>
    <dgm:cxn modelId="{B350DDBA-E2E4-400E-B7F1-9CFD435E4A69}" type="presParOf" srcId="{9F9918A5-B1D9-4E6F-A0AB-9DCECB5A8FF1}" destId="{4F22A99A-39B7-4281-9165-D87AAF77F3C2}" srcOrd="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64929F62-7B14-47FD-A4BE-3EC3871F8D5D}" type="doc">
      <dgm:prSet loTypeId="urn:microsoft.com/office/officeart/2005/8/layout/vList2" loCatId="list" qsTypeId="urn:microsoft.com/office/officeart/2005/8/quickstyle/3d3" qsCatId="3D" csTypeId="urn:microsoft.com/office/officeart/2005/8/colors/accent3_3" csCatId="accent3" phldr="1"/>
      <dgm:spPr/>
      <dgm:t>
        <a:bodyPr/>
        <a:lstStyle/>
        <a:p>
          <a:endParaRPr lang="es-CO"/>
        </a:p>
      </dgm:t>
    </dgm:pt>
    <dgm:pt modelId="{DECEA15A-D46B-428D-9682-CA9A56C11C5A}">
      <dgm:prSet/>
      <dgm:spPr/>
      <dgm:t>
        <a:bodyPr/>
        <a:lstStyle/>
        <a:p>
          <a:pPr algn="ctr"/>
          <a:r>
            <a:rPr lang="es-CO" b="1" dirty="0"/>
            <a:t>SOSTENIBILIDAD</a:t>
          </a:r>
        </a:p>
      </dgm:t>
    </dgm:pt>
    <dgm:pt modelId="{2CE2A4B8-4AE8-4446-92E2-EE00E47D2293}" type="parTrans" cxnId="{2DA7F9C8-910F-4045-8E9A-3687E0B00620}">
      <dgm:prSet/>
      <dgm:spPr/>
      <dgm:t>
        <a:bodyPr/>
        <a:lstStyle/>
        <a:p>
          <a:endParaRPr lang="es-CO"/>
        </a:p>
      </dgm:t>
    </dgm:pt>
    <dgm:pt modelId="{CB4E4B0E-F529-455B-A904-E316D0C8FBC4}" type="sibTrans" cxnId="{2DA7F9C8-910F-4045-8E9A-3687E0B00620}">
      <dgm:prSet/>
      <dgm:spPr/>
      <dgm:t>
        <a:bodyPr/>
        <a:lstStyle/>
        <a:p>
          <a:endParaRPr lang="es-CO"/>
        </a:p>
      </dgm:t>
    </dgm:pt>
    <dgm:pt modelId="{0D2DB1D5-139B-4807-820F-9799181F6647}" type="pres">
      <dgm:prSet presAssocID="{64929F62-7B14-47FD-A4BE-3EC3871F8D5D}" presName="linear" presStyleCnt="0">
        <dgm:presLayoutVars>
          <dgm:animLvl val="lvl"/>
          <dgm:resizeHandles val="exact"/>
        </dgm:presLayoutVars>
      </dgm:prSet>
      <dgm:spPr/>
      <dgm:t>
        <a:bodyPr/>
        <a:lstStyle/>
        <a:p>
          <a:endParaRPr lang="es-ES"/>
        </a:p>
      </dgm:t>
    </dgm:pt>
    <dgm:pt modelId="{C52E0517-A530-4F70-BC63-122CA318C606}" type="pres">
      <dgm:prSet presAssocID="{DECEA15A-D46B-428D-9682-CA9A56C11C5A}" presName="parentText" presStyleLbl="node1" presStyleIdx="0" presStyleCnt="1" custLinFactNeighborX="-1481" custLinFactNeighborY="-697">
        <dgm:presLayoutVars>
          <dgm:chMax val="0"/>
          <dgm:bulletEnabled val="1"/>
        </dgm:presLayoutVars>
      </dgm:prSet>
      <dgm:spPr/>
      <dgm:t>
        <a:bodyPr/>
        <a:lstStyle/>
        <a:p>
          <a:endParaRPr lang="es-ES"/>
        </a:p>
      </dgm:t>
    </dgm:pt>
  </dgm:ptLst>
  <dgm:cxnLst>
    <dgm:cxn modelId="{2DA7F9C8-910F-4045-8E9A-3687E0B00620}" srcId="{64929F62-7B14-47FD-A4BE-3EC3871F8D5D}" destId="{DECEA15A-D46B-428D-9682-CA9A56C11C5A}" srcOrd="0" destOrd="0" parTransId="{2CE2A4B8-4AE8-4446-92E2-EE00E47D2293}" sibTransId="{CB4E4B0E-F529-455B-A904-E316D0C8FBC4}"/>
    <dgm:cxn modelId="{E123F8E2-AA45-4C6C-B4B3-1C6259036316}" type="presOf" srcId="{DECEA15A-D46B-428D-9682-CA9A56C11C5A}" destId="{C52E0517-A530-4F70-BC63-122CA318C606}" srcOrd="0" destOrd="0" presId="urn:microsoft.com/office/officeart/2005/8/layout/vList2"/>
    <dgm:cxn modelId="{053F08D3-1A18-4CB2-901A-A426D17557E0}" type="presOf" srcId="{64929F62-7B14-47FD-A4BE-3EC3871F8D5D}" destId="{0D2DB1D5-139B-4807-820F-9799181F6647}" srcOrd="0" destOrd="0" presId="urn:microsoft.com/office/officeart/2005/8/layout/vList2"/>
    <dgm:cxn modelId="{4958C595-F7FB-4AD0-A65E-6E7576DB6508}" type="presParOf" srcId="{0D2DB1D5-139B-4807-820F-9799181F6647}" destId="{C52E0517-A530-4F70-BC63-122CA318C606}" srcOrd="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CCD9E832-D3A2-4F58-B2B7-1681B07D7437}" type="doc">
      <dgm:prSet loTypeId="urn:microsoft.com/office/officeart/2005/8/layout/vList2" loCatId="list" qsTypeId="urn:microsoft.com/office/officeart/2005/8/quickstyle/3d3" qsCatId="3D" csTypeId="urn:microsoft.com/office/officeart/2005/8/colors/colorful2" csCatId="colorful" phldr="1"/>
      <dgm:spPr/>
      <dgm:t>
        <a:bodyPr/>
        <a:lstStyle/>
        <a:p>
          <a:endParaRPr lang="es-CO"/>
        </a:p>
      </dgm:t>
    </dgm:pt>
    <dgm:pt modelId="{B940F0B8-0B9A-471B-A0D9-438E24817FBA}">
      <dgm:prSet/>
      <dgm:spPr/>
      <dgm:t>
        <a:bodyPr/>
        <a:lstStyle/>
        <a:p>
          <a:pPr algn="ctr"/>
          <a:r>
            <a:rPr lang="es-CO" b="1" dirty="0"/>
            <a:t>INNOVACIÓN</a:t>
          </a:r>
        </a:p>
      </dgm:t>
    </dgm:pt>
    <dgm:pt modelId="{4B7A4A79-D3F4-4EDF-8D3C-D27EC6DA16C4}" type="parTrans" cxnId="{7B25536C-5C41-4593-9610-06F544638F5B}">
      <dgm:prSet/>
      <dgm:spPr/>
      <dgm:t>
        <a:bodyPr/>
        <a:lstStyle/>
        <a:p>
          <a:endParaRPr lang="es-CO"/>
        </a:p>
      </dgm:t>
    </dgm:pt>
    <dgm:pt modelId="{92909E5B-8887-4E23-85E7-1708A89F5809}" type="sibTrans" cxnId="{7B25536C-5C41-4593-9610-06F544638F5B}">
      <dgm:prSet/>
      <dgm:spPr/>
      <dgm:t>
        <a:bodyPr/>
        <a:lstStyle/>
        <a:p>
          <a:endParaRPr lang="es-CO"/>
        </a:p>
      </dgm:t>
    </dgm:pt>
    <dgm:pt modelId="{634D75D7-C143-4B58-A6BE-8680AAE7AB88}" type="pres">
      <dgm:prSet presAssocID="{CCD9E832-D3A2-4F58-B2B7-1681B07D7437}" presName="linear" presStyleCnt="0">
        <dgm:presLayoutVars>
          <dgm:animLvl val="lvl"/>
          <dgm:resizeHandles val="exact"/>
        </dgm:presLayoutVars>
      </dgm:prSet>
      <dgm:spPr/>
      <dgm:t>
        <a:bodyPr/>
        <a:lstStyle/>
        <a:p>
          <a:endParaRPr lang="es-ES"/>
        </a:p>
      </dgm:t>
    </dgm:pt>
    <dgm:pt modelId="{0A6F2A22-737A-4A85-953E-DB3EE8FD34F8}" type="pres">
      <dgm:prSet presAssocID="{B940F0B8-0B9A-471B-A0D9-438E24817FBA}" presName="parentText" presStyleLbl="node1" presStyleIdx="0" presStyleCnt="1">
        <dgm:presLayoutVars>
          <dgm:chMax val="0"/>
          <dgm:bulletEnabled val="1"/>
        </dgm:presLayoutVars>
      </dgm:prSet>
      <dgm:spPr/>
      <dgm:t>
        <a:bodyPr/>
        <a:lstStyle/>
        <a:p>
          <a:endParaRPr lang="es-ES"/>
        </a:p>
      </dgm:t>
    </dgm:pt>
  </dgm:ptLst>
  <dgm:cxnLst>
    <dgm:cxn modelId="{7B25536C-5C41-4593-9610-06F544638F5B}" srcId="{CCD9E832-D3A2-4F58-B2B7-1681B07D7437}" destId="{B940F0B8-0B9A-471B-A0D9-438E24817FBA}" srcOrd="0" destOrd="0" parTransId="{4B7A4A79-D3F4-4EDF-8D3C-D27EC6DA16C4}" sibTransId="{92909E5B-8887-4E23-85E7-1708A89F5809}"/>
    <dgm:cxn modelId="{7F1BC0DA-785F-4D0C-A809-3D6914303071}" type="presOf" srcId="{CCD9E832-D3A2-4F58-B2B7-1681B07D7437}" destId="{634D75D7-C143-4B58-A6BE-8680AAE7AB88}" srcOrd="0" destOrd="0" presId="urn:microsoft.com/office/officeart/2005/8/layout/vList2"/>
    <dgm:cxn modelId="{7E9882F6-FF59-44A4-B7B7-6F5B482BA248}" type="presOf" srcId="{B940F0B8-0B9A-471B-A0D9-438E24817FBA}" destId="{0A6F2A22-737A-4A85-953E-DB3EE8FD34F8}" srcOrd="0" destOrd="0" presId="urn:microsoft.com/office/officeart/2005/8/layout/vList2"/>
    <dgm:cxn modelId="{989BF5ED-91BE-4444-90B5-A072847FF992}" type="presParOf" srcId="{634D75D7-C143-4B58-A6BE-8680AAE7AB88}" destId="{0A6F2A22-737A-4A85-953E-DB3EE8FD34F8}" srcOrd="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09604CEE-3387-4500-966B-362879E6A93C}" type="doc">
      <dgm:prSet loTypeId="urn:microsoft.com/office/officeart/2005/8/layout/vList2" loCatId="list" qsTypeId="urn:microsoft.com/office/officeart/2005/8/quickstyle/simple1" qsCatId="simple" csTypeId="urn:microsoft.com/office/officeart/2005/8/colors/accent3_3" csCatId="accent3" phldr="1"/>
      <dgm:spPr/>
      <dgm:t>
        <a:bodyPr/>
        <a:lstStyle/>
        <a:p>
          <a:endParaRPr lang="es-CO"/>
        </a:p>
      </dgm:t>
    </dgm:pt>
    <dgm:pt modelId="{6AE58FB2-3CEB-4D54-A223-BC9EA0A72102}">
      <dgm:prSet/>
      <dgm:spPr/>
      <dgm:t>
        <a:bodyPr/>
        <a:lstStyle/>
        <a:p>
          <a:pPr algn="ctr"/>
          <a:r>
            <a:rPr lang="es-CO" b="1" dirty="0"/>
            <a:t>CRÉDITOS Y CONTACTO</a:t>
          </a:r>
        </a:p>
      </dgm:t>
    </dgm:pt>
    <dgm:pt modelId="{8DE7C34F-7857-4D93-B6FC-95A75BFF6C66}" type="parTrans" cxnId="{2A7FD386-C2FB-421A-AF8B-29484AD9F468}">
      <dgm:prSet/>
      <dgm:spPr/>
      <dgm:t>
        <a:bodyPr/>
        <a:lstStyle/>
        <a:p>
          <a:endParaRPr lang="es-CO" b="1"/>
        </a:p>
      </dgm:t>
    </dgm:pt>
    <dgm:pt modelId="{3AC3347F-515C-4CA0-BF8A-D9139969D67B}" type="sibTrans" cxnId="{2A7FD386-C2FB-421A-AF8B-29484AD9F468}">
      <dgm:prSet/>
      <dgm:spPr/>
      <dgm:t>
        <a:bodyPr/>
        <a:lstStyle/>
        <a:p>
          <a:endParaRPr lang="es-CO" b="1"/>
        </a:p>
      </dgm:t>
    </dgm:pt>
    <dgm:pt modelId="{591D47AB-BD78-4FAD-A788-1BF173DF8B56}" type="pres">
      <dgm:prSet presAssocID="{09604CEE-3387-4500-966B-362879E6A93C}" presName="linear" presStyleCnt="0">
        <dgm:presLayoutVars>
          <dgm:animLvl val="lvl"/>
          <dgm:resizeHandles val="exact"/>
        </dgm:presLayoutVars>
      </dgm:prSet>
      <dgm:spPr/>
      <dgm:t>
        <a:bodyPr/>
        <a:lstStyle/>
        <a:p>
          <a:endParaRPr lang="es-ES"/>
        </a:p>
      </dgm:t>
    </dgm:pt>
    <dgm:pt modelId="{93DB53E5-91E0-48A4-BBEC-A7F256CF8BC5}" type="pres">
      <dgm:prSet presAssocID="{6AE58FB2-3CEB-4D54-A223-BC9EA0A72102}" presName="parentText" presStyleLbl="node1" presStyleIdx="0" presStyleCnt="1">
        <dgm:presLayoutVars>
          <dgm:chMax val="0"/>
          <dgm:bulletEnabled val="1"/>
        </dgm:presLayoutVars>
      </dgm:prSet>
      <dgm:spPr/>
      <dgm:t>
        <a:bodyPr/>
        <a:lstStyle/>
        <a:p>
          <a:endParaRPr lang="es-ES"/>
        </a:p>
      </dgm:t>
    </dgm:pt>
  </dgm:ptLst>
  <dgm:cxnLst>
    <dgm:cxn modelId="{2A7FD386-C2FB-421A-AF8B-29484AD9F468}" srcId="{09604CEE-3387-4500-966B-362879E6A93C}" destId="{6AE58FB2-3CEB-4D54-A223-BC9EA0A72102}" srcOrd="0" destOrd="0" parTransId="{8DE7C34F-7857-4D93-B6FC-95A75BFF6C66}" sibTransId="{3AC3347F-515C-4CA0-BF8A-D9139969D67B}"/>
    <dgm:cxn modelId="{611AC814-5BFD-4D5D-884C-BCBF6D2E8A0D}" type="presOf" srcId="{6AE58FB2-3CEB-4D54-A223-BC9EA0A72102}" destId="{93DB53E5-91E0-48A4-BBEC-A7F256CF8BC5}" srcOrd="0" destOrd="0" presId="urn:microsoft.com/office/officeart/2005/8/layout/vList2"/>
    <dgm:cxn modelId="{E8512E37-2C60-4597-9B7B-CE5A27227939}" type="presOf" srcId="{09604CEE-3387-4500-966B-362879E6A93C}" destId="{591D47AB-BD78-4FAD-A788-1BF173DF8B56}" srcOrd="0" destOrd="0" presId="urn:microsoft.com/office/officeart/2005/8/layout/vList2"/>
    <dgm:cxn modelId="{C544253F-77C8-4A33-9EFF-BC8511FEF2FB}" type="presParOf" srcId="{591D47AB-BD78-4FAD-A788-1BF173DF8B56}" destId="{93DB53E5-91E0-48A4-BBEC-A7F256CF8BC5}" srcOrd="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8CF2D84-CB5C-4870-BE17-F34AE6398BA6}">
      <dsp:nvSpPr>
        <dsp:cNvPr id="0" name=""/>
        <dsp:cNvSpPr/>
      </dsp:nvSpPr>
      <dsp:spPr>
        <a:xfrm>
          <a:off x="0" y="1125"/>
          <a:ext cx="8229600" cy="1140750"/>
        </a:xfrm>
        <a:prstGeom prst="roundRect">
          <a:avLst/>
        </a:prstGeom>
        <a:solidFill>
          <a:schemeClr val="accent3">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190500" tIns="190500" rIns="190500" bIns="190500" numCol="1" spcCol="1270" anchor="ctr" anchorCtr="0">
          <a:noAutofit/>
        </a:bodyPr>
        <a:lstStyle/>
        <a:p>
          <a:pPr lvl="0" algn="ctr" defTabSz="2222500">
            <a:lnSpc>
              <a:spcPct val="90000"/>
            </a:lnSpc>
            <a:spcBef>
              <a:spcPct val="0"/>
            </a:spcBef>
            <a:spcAft>
              <a:spcPct val="35000"/>
            </a:spcAft>
          </a:pPr>
          <a:r>
            <a:rPr lang="es-CO" sz="5000" b="1" kern="1200" dirty="0"/>
            <a:t>FUNDAMENTACIÓN</a:t>
          </a:r>
        </a:p>
      </dsp:txBody>
      <dsp:txXfrm>
        <a:off x="55687" y="56812"/>
        <a:ext cx="8118226" cy="102937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EF29C7E-E073-4C24-BFC4-FE36920507FF}">
      <dsp:nvSpPr>
        <dsp:cNvPr id="0" name=""/>
        <dsp:cNvSpPr/>
      </dsp:nvSpPr>
      <dsp:spPr>
        <a:xfrm>
          <a:off x="0" y="1125"/>
          <a:ext cx="8229600" cy="1140750"/>
        </a:xfrm>
        <a:prstGeom prst="roundRect">
          <a:avLst/>
        </a:prstGeom>
        <a:solidFill>
          <a:schemeClr val="accent2">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190500" tIns="190500" rIns="190500" bIns="190500" numCol="1" spcCol="1270" anchor="ctr" anchorCtr="0">
          <a:noAutofit/>
        </a:bodyPr>
        <a:lstStyle/>
        <a:p>
          <a:pPr lvl="0" algn="ctr" defTabSz="2222500">
            <a:lnSpc>
              <a:spcPct val="90000"/>
            </a:lnSpc>
            <a:spcBef>
              <a:spcPct val="0"/>
            </a:spcBef>
            <a:spcAft>
              <a:spcPct val="35000"/>
            </a:spcAft>
          </a:pPr>
          <a:r>
            <a:rPr lang="es-CO" sz="5000" b="1" kern="1200" dirty="0"/>
            <a:t>PERTINENCIA</a:t>
          </a:r>
        </a:p>
      </dsp:txBody>
      <dsp:txXfrm>
        <a:off x="55687" y="56812"/>
        <a:ext cx="8118226" cy="1029376"/>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8CF2D84-CB5C-4870-BE17-F34AE6398BA6}">
      <dsp:nvSpPr>
        <dsp:cNvPr id="0" name=""/>
        <dsp:cNvSpPr/>
      </dsp:nvSpPr>
      <dsp:spPr>
        <a:xfrm>
          <a:off x="0" y="1125"/>
          <a:ext cx="8229600" cy="1140750"/>
        </a:xfrm>
        <a:prstGeom prst="roundRect">
          <a:avLst/>
        </a:prstGeom>
        <a:solidFill>
          <a:schemeClr val="accent3">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190500" tIns="190500" rIns="190500" bIns="190500" numCol="1" spcCol="1270" anchor="ctr" anchorCtr="0">
          <a:noAutofit/>
        </a:bodyPr>
        <a:lstStyle/>
        <a:p>
          <a:pPr lvl="0" algn="ctr" defTabSz="2222500">
            <a:lnSpc>
              <a:spcPct val="90000"/>
            </a:lnSpc>
            <a:spcBef>
              <a:spcPct val="0"/>
            </a:spcBef>
            <a:spcAft>
              <a:spcPct val="35000"/>
            </a:spcAft>
          </a:pPr>
          <a:r>
            <a:rPr lang="es-MX" sz="5000" b="1" kern="1200" dirty="0"/>
            <a:t>CONSISTENCIA</a:t>
          </a:r>
          <a:endParaRPr lang="es-CO" sz="5000" b="1" kern="1200" dirty="0"/>
        </a:p>
      </dsp:txBody>
      <dsp:txXfrm>
        <a:off x="55687" y="56812"/>
        <a:ext cx="8118226" cy="1029376"/>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EF29C7E-E073-4C24-BFC4-FE36920507FF}">
      <dsp:nvSpPr>
        <dsp:cNvPr id="0" name=""/>
        <dsp:cNvSpPr/>
      </dsp:nvSpPr>
      <dsp:spPr>
        <a:xfrm>
          <a:off x="0" y="1125"/>
          <a:ext cx="8229600" cy="1140750"/>
        </a:xfrm>
        <a:prstGeom prst="roundRect">
          <a:avLst/>
        </a:prstGeom>
        <a:solidFill>
          <a:schemeClr val="accent2">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190500" tIns="190500" rIns="190500" bIns="190500" numCol="1" spcCol="1270" anchor="ctr" anchorCtr="0">
          <a:noAutofit/>
        </a:bodyPr>
        <a:lstStyle/>
        <a:p>
          <a:pPr lvl="0" algn="ctr" defTabSz="2222500">
            <a:lnSpc>
              <a:spcPct val="90000"/>
            </a:lnSpc>
            <a:spcBef>
              <a:spcPct val="0"/>
            </a:spcBef>
            <a:spcAft>
              <a:spcPct val="35000"/>
            </a:spcAft>
          </a:pPr>
          <a:r>
            <a:rPr lang="es-CO" sz="5000" b="1" kern="1200" dirty="0"/>
            <a:t>MADUREZ</a:t>
          </a:r>
        </a:p>
      </dsp:txBody>
      <dsp:txXfrm>
        <a:off x="55687" y="56812"/>
        <a:ext cx="8118226" cy="1029376"/>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1B678E1-2000-4FC0-838F-85DFB5B56F1D}">
      <dsp:nvSpPr>
        <dsp:cNvPr id="0" name=""/>
        <dsp:cNvSpPr/>
      </dsp:nvSpPr>
      <dsp:spPr>
        <a:xfrm>
          <a:off x="0" y="1125"/>
          <a:ext cx="8229600" cy="1140750"/>
        </a:xfrm>
        <a:prstGeom prst="roundRect">
          <a:avLst/>
        </a:prstGeom>
        <a:solidFill>
          <a:schemeClr val="accent3">
            <a:shade val="80000"/>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190500" tIns="190500" rIns="190500" bIns="190500" numCol="1" spcCol="1270" anchor="ctr" anchorCtr="0">
          <a:noAutofit/>
        </a:bodyPr>
        <a:lstStyle/>
        <a:p>
          <a:pPr lvl="0" algn="ctr" defTabSz="2222500">
            <a:lnSpc>
              <a:spcPct val="90000"/>
            </a:lnSpc>
            <a:spcBef>
              <a:spcPct val="0"/>
            </a:spcBef>
            <a:spcAft>
              <a:spcPct val="35000"/>
            </a:spcAft>
          </a:pPr>
          <a:r>
            <a:rPr lang="es-CO" sz="5000" b="1" kern="1200" dirty="0"/>
            <a:t>EMPODERAMIENTO</a:t>
          </a:r>
        </a:p>
      </dsp:txBody>
      <dsp:txXfrm>
        <a:off x="55687" y="56812"/>
        <a:ext cx="8118226" cy="1029376"/>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6DBEF42-CFB9-4902-8628-91F229D11855}">
      <dsp:nvSpPr>
        <dsp:cNvPr id="0" name=""/>
        <dsp:cNvSpPr/>
      </dsp:nvSpPr>
      <dsp:spPr>
        <a:xfrm>
          <a:off x="0" y="92385"/>
          <a:ext cx="8229600" cy="958229"/>
        </a:xfrm>
        <a:prstGeom prst="roundRect">
          <a:avLst/>
        </a:prstGeom>
        <a:solidFill>
          <a:schemeClr val="accent2">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160020" tIns="160020" rIns="160020" bIns="160020" numCol="1" spcCol="1270" anchor="ctr" anchorCtr="0">
          <a:noAutofit/>
        </a:bodyPr>
        <a:lstStyle/>
        <a:p>
          <a:pPr lvl="0" algn="ctr" defTabSz="1866900">
            <a:lnSpc>
              <a:spcPct val="90000"/>
            </a:lnSpc>
            <a:spcBef>
              <a:spcPct val="0"/>
            </a:spcBef>
            <a:spcAft>
              <a:spcPct val="35000"/>
            </a:spcAft>
          </a:pPr>
          <a:r>
            <a:rPr lang="es-CO" sz="4200" b="1" kern="1200" dirty="0"/>
            <a:t>EVALUACIÓN Y SEGUIMIENTO</a:t>
          </a:r>
        </a:p>
      </dsp:txBody>
      <dsp:txXfrm>
        <a:off x="46777" y="139162"/>
        <a:ext cx="8136046" cy="864675"/>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AEA1D65-4B02-4517-868D-2252660EBBF2}">
      <dsp:nvSpPr>
        <dsp:cNvPr id="0" name=""/>
        <dsp:cNvSpPr/>
      </dsp:nvSpPr>
      <dsp:spPr>
        <a:xfrm>
          <a:off x="0" y="1125"/>
          <a:ext cx="8229600" cy="1140750"/>
        </a:xfrm>
        <a:prstGeom prst="roundRect">
          <a:avLst/>
        </a:prstGeom>
        <a:solidFill>
          <a:schemeClr val="accent3">
            <a:shade val="80000"/>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0500" tIns="190500" rIns="190500" bIns="190500" numCol="1" spcCol="1270" anchor="ctr" anchorCtr="0">
          <a:noAutofit/>
        </a:bodyPr>
        <a:lstStyle/>
        <a:p>
          <a:pPr lvl="0" algn="ctr" defTabSz="2222500">
            <a:lnSpc>
              <a:spcPct val="90000"/>
            </a:lnSpc>
            <a:spcBef>
              <a:spcPct val="0"/>
            </a:spcBef>
            <a:spcAft>
              <a:spcPct val="35000"/>
            </a:spcAft>
          </a:pPr>
          <a:r>
            <a:rPr lang="es-CO" sz="5000" b="1" kern="1200" dirty="0"/>
            <a:t>RESULTADOS</a:t>
          </a:r>
        </a:p>
      </dsp:txBody>
      <dsp:txXfrm>
        <a:off x="55687" y="56812"/>
        <a:ext cx="8118226" cy="1029376"/>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F22A99A-39B7-4281-9165-D87AAF77F3C2}">
      <dsp:nvSpPr>
        <dsp:cNvPr id="0" name=""/>
        <dsp:cNvSpPr/>
      </dsp:nvSpPr>
      <dsp:spPr>
        <a:xfrm>
          <a:off x="0" y="1125"/>
          <a:ext cx="8229600" cy="1140750"/>
        </a:xfrm>
        <a:prstGeom prst="round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0500" tIns="190500" rIns="190500" bIns="190500" numCol="1" spcCol="1270" anchor="ctr" anchorCtr="0">
          <a:noAutofit/>
        </a:bodyPr>
        <a:lstStyle/>
        <a:p>
          <a:pPr lvl="0" algn="ctr" defTabSz="2222500">
            <a:lnSpc>
              <a:spcPct val="90000"/>
            </a:lnSpc>
            <a:spcBef>
              <a:spcPct val="0"/>
            </a:spcBef>
            <a:spcAft>
              <a:spcPct val="35000"/>
            </a:spcAft>
          </a:pPr>
          <a:r>
            <a:rPr lang="es-CO" sz="5000" b="1" kern="1200" dirty="0"/>
            <a:t>TRANSFERENCIAS</a:t>
          </a:r>
        </a:p>
      </dsp:txBody>
      <dsp:txXfrm>
        <a:off x="55687" y="56812"/>
        <a:ext cx="8118226" cy="1029376"/>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52E0517-A530-4F70-BC63-122CA318C606}">
      <dsp:nvSpPr>
        <dsp:cNvPr id="0" name=""/>
        <dsp:cNvSpPr/>
      </dsp:nvSpPr>
      <dsp:spPr>
        <a:xfrm>
          <a:off x="0" y="0"/>
          <a:ext cx="8229600" cy="1140750"/>
        </a:xfrm>
        <a:prstGeom prst="roundRect">
          <a:avLst/>
        </a:prstGeom>
        <a:solidFill>
          <a:schemeClr val="accent3">
            <a:shade val="80000"/>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190500" tIns="190500" rIns="190500" bIns="190500" numCol="1" spcCol="1270" anchor="ctr" anchorCtr="0">
          <a:noAutofit/>
        </a:bodyPr>
        <a:lstStyle/>
        <a:p>
          <a:pPr lvl="0" algn="ctr" defTabSz="2222500">
            <a:lnSpc>
              <a:spcPct val="90000"/>
            </a:lnSpc>
            <a:spcBef>
              <a:spcPct val="0"/>
            </a:spcBef>
            <a:spcAft>
              <a:spcPct val="35000"/>
            </a:spcAft>
          </a:pPr>
          <a:r>
            <a:rPr lang="es-CO" sz="5000" b="1" kern="1200" dirty="0"/>
            <a:t>SOSTENIBILIDAD</a:t>
          </a:r>
        </a:p>
      </dsp:txBody>
      <dsp:txXfrm>
        <a:off x="55687" y="55687"/>
        <a:ext cx="8118226" cy="1029376"/>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A6F2A22-737A-4A85-953E-DB3EE8FD34F8}">
      <dsp:nvSpPr>
        <dsp:cNvPr id="0" name=""/>
        <dsp:cNvSpPr/>
      </dsp:nvSpPr>
      <dsp:spPr>
        <a:xfrm>
          <a:off x="0" y="1125"/>
          <a:ext cx="8229600" cy="1140750"/>
        </a:xfrm>
        <a:prstGeom prst="roundRect">
          <a:avLst/>
        </a:prstGeom>
        <a:solidFill>
          <a:schemeClr val="accent2">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190500" tIns="190500" rIns="190500" bIns="190500" numCol="1" spcCol="1270" anchor="ctr" anchorCtr="0">
          <a:noAutofit/>
        </a:bodyPr>
        <a:lstStyle/>
        <a:p>
          <a:pPr lvl="0" algn="ctr" defTabSz="2222500">
            <a:lnSpc>
              <a:spcPct val="90000"/>
            </a:lnSpc>
            <a:spcBef>
              <a:spcPct val="0"/>
            </a:spcBef>
            <a:spcAft>
              <a:spcPct val="35000"/>
            </a:spcAft>
          </a:pPr>
          <a:r>
            <a:rPr lang="es-CO" sz="5000" b="1" kern="1200" dirty="0"/>
            <a:t>INNOVACIÓN</a:t>
          </a:r>
        </a:p>
      </dsp:txBody>
      <dsp:txXfrm>
        <a:off x="55687" y="56812"/>
        <a:ext cx="8118226" cy="1029376"/>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3DB53E5-91E0-48A4-BBEC-A7F256CF8BC5}">
      <dsp:nvSpPr>
        <dsp:cNvPr id="0" name=""/>
        <dsp:cNvSpPr/>
      </dsp:nvSpPr>
      <dsp:spPr>
        <a:xfrm>
          <a:off x="0" y="1125"/>
          <a:ext cx="8229600" cy="1140750"/>
        </a:xfrm>
        <a:prstGeom prst="roundRect">
          <a:avLst/>
        </a:prstGeom>
        <a:solidFill>
          <a:schemeClr val="accent3">
            <a:shade val="80000"/>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0500" tIns="190500" rIns="190500" bIns="190500" numCol="1" spcCol="1270" anchor="ctr" anchorCtr="0">
          <a:noAutofit/>
        </a:bodyPr>
        <a:lstStyle/>
        <a:p>
          <a:pPr lvl="0" algn="ctr" defTabSz="2222500">
            <a:lnSpc>
              <a:spcPct val="90000"/>
            </a:lnSpc>
            <a:spcBef>
              <a:spcPct val="0"/>
            </a:spcBef>
            <a:spcAft>
              <a:spcPct val="35000"/>
            </a:spcAft>
          </a:pPr>
          <a:r>
            <a:rPr lang="es-CO" sz="5000" b="1" kern="1200" dirty="0"/>
            <a:t>CRÉDITOS Y CONTACTO</a:t>
          </a:r>
        </a:p>
      </dsp:txBody>
      <dsp:txXfrm>
        <a:off x="55687" y="56812"/>
        <a:ext cx="8118226" cy="1029376"/>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C3B46F3-BD87-1244-C518-539103D7FDA0}"/>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CO"/>
          </a:p>
        </p:txBody>
      </p:sp>
      <p:sp>
        <p:nvSpPr>
          <p:cNvPr id="3" name="Subtítulo 2">
            <a:extLst>
              <a:ext uri="{FF2B5EF4-FFF2-40B4-BE49-F238E27FC236}">
                <a16:creationId xmlns:a16="http://schemas.microsoft.com/office/drawing/2014/main" id="{81DB866E-528A-E7A1-888D-047A34E5542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CO"/>
          </a:p>
        </p:txBody>
      </p:sp>
      <p:sp>
        <p:nvSpPr>
          <p:cNvPr id="4" name="Marcador de fecha 3">
            <a:extLst>
              <a:ext uri="{FF2B5EF4-FFF2-40B4-BE49-F238E27FC236}">
                <a16:creationId xmlns:a16="http://schemas.microsoft.com/office/drawing/2014/main" id="{F0E838C8-B107-769B-CA23-0886E2F73C86}"/>
              </a:ext>
            </a:extLst>
          </p:cNvPr>
          <p:cNvSpPr>
            <a:spLocks noGrp="1"/>
          </p:cNvSpPr>
          <p:nvPr>
            <p:ph type="dt" sz="half" idx="10"/>
          </p:nvPr>
        </p:nvSpPr>
        <p:spPr/>
        <p:txBody>
          <a:bodyPr/>
          <a:lstStyle/>
          <a:p>
            <a:fld id="{E232DC3D-3364-4B98-B737-2FEA8DB4EEB9}" type="datetimeFigureOut">
              <a:rPr lang="es-CO" smtClean="0"/>
              <a:t>16/06/2026</a:t>
            </a:fld>
            <a:endParaRPr lang="es-CO"/>
          </a:p>
        </p:txBody>
      </p:sp>
      <p:sp>
        <p:nvSpPr>
          <p:cNvPr id="5" name="Marcador de pie de página 4">
            <a:extLst>
              <a:ext uri="{FF2B5EF4-FFF2-40B4-BE49-F238E27FC236}">
                <a16:creationId xmlns:a16="http://schemas.microsoft.com/office/drawing/2014/main" id="{B0DF867A-4E8F-A03F-A929-7DA6ACDDBE51}"/>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9AD2D83F-DADF-BCE9-05D8-3A899D9B102B}"/>
              </a:ext>
            </a:extLst>
          </p:cNvPr>
          <p:cNvSpPr>
            <a:spLocks noGrp="1"/>
          </p:cNvSpPr>
          <p:nvPr>
            <p:ph type="sldNum" sz="quarter" idx="12"/>
          </p:nvPr>
        </p:nvSpPr>
        <p:spPr/>
        <p:txBody>
          <a:bodyPr/>
          <a:lstStyle/>
          <a:p>
            <a:fld id="{2AE74EE6-D869-4078-805E-69EBC1C524E1}" type="slidenum">
              <a:rPr lang="es-CO" smtClean="0"/>
              <a:t>‹Nº›</a:t>
            </a:fld>
            <a:endParaRPr lang="es-CO"/>
          </a:p>
        </p:txBody>
      </p:sp>
    </p:spTree>
    <p:extLst>
      <p:ext uri="{BB962C8B-B14F-4D97-AF65-F5344CB8AC3E}">
        <p14:creationId xmlns:p14="http://schemas.microsoft.com/office/powerpoint/2010/main" val="5708978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9CE0EBB-9626-1753-03B1-50B133A5A6B7}"/>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86BFEC1A-5FED-A861-DCEA-C205BB94BEBA}"/>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F44A9250-4773-1F58-BB28-B7EABC3DD0AE}"/>
              </a:ext>
            </a:extLst>
          </p:cNvPr>
          <p:cNvSpPr>
            <a:spLocks noGrp="1"/>
          </p:cNvSpPr>
          <p:nvPr>
            <p:ph type="dt" sz="half" idx="10"/>
          </p:nvPr>
        </p:nvSpPr>
        <p:spPr/>
        <p:txBody>
          <a:bodyPr/>
          <a:lstStyle/>
          <a:p>
            <a:fld id="{E232DC3D-3364-4B98-B737-2FEA8DB4EEB9}" type="datetimeFigureOut">
              <a:rPr lang="es-CO" smtClean="0"/>
              <a:t>16/06/2026</a:t>
            </a:fld>
            <a:endParaRPr lang="es-CO"/>
          </a:p>
        </p:txBody>
      </p:sp>
      <p:sp>
        <p:nvSpPr>
          <p:cNvPr id="5" name="Marcador de pie de página 4">
            <a:extLst>
              <a:ext uri="{FF2B5EF4-FFF2-40B4-BE49-F238E27FC236}">
                <a16:creationId xmlns:a16="http://schemas.microsoft.com/office/drawing/2014/main" id="{F60FA128-B7B8-B0EF-D31D-231A72A30202}"/>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C30F846C-CD29-FC4E-6C35-B35E945D22D3}"/>
              </a:ext>
            </a:extLst>
          </p:cNvPr>
          <p:cNvSpPr>
            <a:spLocks noGrp="1"/>
          </p:cNvSpPr>
          <p:nvPr>
            <p:ph type="sldNum" sz="quarter" idx="12"/>
          </p:nvPr>
        </p:nvSpPr>
        <p:spPr/>
        <p:txBody>
          <a:bodyPr/>
          <a:lstStyle/>
          <a:p>
            <a:fld id="{2AE74EE6-D869-4078-805E-69EBC1C524E1}" type="slidenum">
              <a:rPr lang="es-CO" smtClean="0"/>
              <a:t>‹Nº›</a:t>
            </a:fld>
            <a:endParaRPr lang="es-CO"/>
          </a:p>
        </p:txBody>
      </p:sp>
    </p:spTree>
    <p:extLst>
      <p:ext uri="{BB962C8B-B14F-4D97-AF65-F5344CB8AC3E}">
        <p14:creationId xmlns:p14="http://schemas.microsoft.com/office/powerpoint/2010/main" val="1704013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E3948D9-1D84-100B-E086-763A0B5A1481}"/>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AF1287FC-DE40-5FEE-99C0-5E106C5E606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43EB6DCD-998D-79C6-A391-68F2326B2345}"/>
              </a:ext>
            </a:extLst>
          </p:cNvPr>
          <p:cNvSpPr>
            <a:spLocks noGrp="1"/>
          </p:cNvSpPr>
          <p:nvPr>
            <p:ph type="dt" sz="half" idx="10"/>
          </p:nvPr>
        </p:nvSpPr>
        <p:spPr/>
        <p:txBody>
          <a:bodyPr/>
          <a:lstStyle/>
          <a:p>
            <a:fld id="{E232DC3D-3364-4B98-B737-2FEA8DB4EEB9}" type="datetimeFigureOut">
              <a:rPr lang="es-CO" smtClean="0"/>
              <a:t>16/06/2026</a:t>
            </a:fld>
            <a:endParaRPr lang="es-CO"/>
          </a:p>
        </p:txBody>
      </p:sp>
      <p:sp>
        <p:nvSpPr>
          <p:cNvPr id="5" name="Marcador de pie de página 4">
            <a:extLst>
              <a:ext uri="{FF2B5EF4-FFF2-40B4-BE49-F238E27FC236}">
                <a16:creationId xmlns:a16="http://schemas.microsoft.com/office/drawing/2014/main" id="{9F42B1B5-98B4-F2C6-D48C-D99160642798}"/>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8CFF1E9B-C3BA-795B-EDC3-183AD742781B}"/>
              </a:ext>
            </a:extLst>
          </p:cNvPr>
          <p:cNvSpPr>
            <a:spLocks noGrp="1"/>
          </p:cNvSpPr>
          <p:nvPr>
            <p:ph type="sldNum" sz="quarter" idx="12"/>
          </p:nvPr>
        </p:nvSpPr>
        <p:spPr/>
        <p:txBody>
          <a:bodyPr/>
          <a:lstStyle/>
          <a:p>
            <a:fld id="{2AE74EE6-D869-4078-805E-69EBC1C524E1}" type="slidenum">
              <a:rPr lang="es-CO" smtClean="0"/>
              <a:t>‹Nº›</a:t>
            </a:fld>
            <a:endParaRPr lang="es-CO"/>
          </a:p>
        </p:txBody>
      </p:sp>
    </p:spTree>
    <p:extLst>
      <p:ext uri="{BB962C8B-B14F-4D97-AF65-F5344CB8AC3E}">
        <p14:creationId xmlns:p14="http://schemas.microsoft.com/office/powerpoint/2010/main" val="41897412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6EF2BB7-E88B-5479-E88F-1FF94E10104C}"/>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060D1765-B4DF-B8A8-267B-23D3D8FC0C01}"/>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contenido 3">
            <a:extLst>
              <a:ext uri="{FF2B5EF4-FFF2-40B4-BE49-F238E27FC236}">
                <a16:creationId xmlns:a16="http://schemas.microsoft.com/office/drawing/2014/main" id="{9A175493-7780-2FBB-7845-55FB500A68DC}"/>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5" name="Marcador de fecha 4">
            <a:extLst>
              <a:ext uri="{FF2B5EF4-FFF2-40B4-BE49-F238E27FC236}">
                <a16:creationId xmlns:a16="http://schemas.microsoft.com/office/drawing/2014/main" id="{815E3D2A-5DA3-B8EE-6513-1EE2D2F1691B}"/>
              </a:ext>
            </a:extLst>
          </p:cNvPr>
          <p:cNvSpPr>
            <a:spLocks noGrp="1"/>
          </p:cNvSpPr>
          <p:nvPr>
            <p:ph type="dt" sz="half" idx="10"/>
          </p:nvPr>
        </p:nvSpPr>
        <p:spPr/>
        <p:txBody>
          <a:bodyPr/>
          <a:lstStyle/>
          <a:p>
            <a:fld id="{E232DC3D-3364-4B98-B737-2FEA8DB4EEB9}" type="datetimeFigureOut">
              <a:rPr lang="es-CO" smtClean="0"/>
              <a:t>16/06/2026</a:t>
            </a:fld>
            <a:endParaRPr lang="es-CO"/>
          </a:p>
        </p:txBody>
      </p:sp>
      <p:sp>
        <p:nvSpPr>
          <p:cNvPr id="6" name="Marcador de pie de página 5">
            <a:extLst>
              <a:ext uri="{FF2B5EF4-FFF2-40B4-BE49-F238E27FC236}">
                <a16:creationId xmlns:a16="http://schemas.microsoft.com/office/drawing/2014/main" id="{485006BB-22EF-6C17-9AC9-8BC0A6CFEBBE}"/>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36ED5FB5-C590-9217-D3CB-C4EBF32E9BAD}"/>
              </a:ext>
            </a:extLst>
          </p:cNvPr>
          <p:cNvSpPr>
            <a:spLocks noGrp="1"/>
          </p:cNvSpPr>
          <p:nvPr>
            <p:ph type="sldNum" sz="quarter" idx="12"/>
          </p:nvPr>
        </p:nvSpPr>
        <p:spPr/>
        <p:txBody>
          <a:bodyPr/>
          <a:lstStyle/>
          <a:p>
            <a:fld id="{2AE74EE6-D869-4078-805E-69EBC1C524E1}" type="slidenum">
              <a:rPr lang="es-CO" smtClean="0"/>
              <a:t>‹Nº›</a:t>
            </a:fld>
            <a:endParaRPr lang="es-CO"/>
          </a:p>
        </p:txBody>
      </p:sp>
    </p:spTree>
    <p:extLst>
      <p:ext uri="{BB962C8B-B14F-4D97-AF65-F5344CB8AC3E}">
        <p14:creationId xmlns:p14="http://schemas.microsoft.com/office/powerpoint/2010/main" val="10384768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C384527-F461-E0E3-CBD4-91A3E821E066}"/>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91B32A59-9727-6758-5DA4-C470274EC0A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C265B3E9-34E1-6718-763E-F143E9540C71}"/>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5" name="Marcador de texto 4">
            <a:extLst>
              <a:ext uri="{FF2B5EF4-FFF2-40B4-BE49-F238E27FC236}">
                <a16:creationId xmlns:a16="http://schemas.microsoft.com/office/drawing/2014/main" id="{44176C83-F680-A73B-26CC-0CF5D7F5902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7F9EBE45-361A-12BD-E0BF-240F81DE5887}"/>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7" name="Marcador de fecha 6">
            <a:extLst>
              <a:ext uri="{FF2B5EF4-FFF2-40B4-BE49-F238E27FC236}">
                <a16:creationId xmlns:a16="http://schemas.microsoft.com/office/drawing/2014/main" id="{47D40406-BB14-9140-A36E-57E06C84B7B9}"/>
              </a:ext>
            </a:extLst>
          </p:cNvPr>
          <p:cNvSpPr>
            <a:spLocks noGrp="1"/>
          </p:cNvSpPr>
          <p:nvPr>
            <p:ph type="dt" sz="half" idx="10"/>
          </p:nvPr>
        </p:nvSpPr>
        <p:spPr/>
        <p:txBody>
          <a:bodyPr/>
          <a:lstStyle/>
          <a:p>
            <a:fld id="{E232DC3D-3364-4B98-B737-2FEA8DB4EEB9}" type="datetimeFigureOut">
              <a:rPr lang="es-CO" smtClean="0"/>
              <a:t>16/06/2026</a:t>
            </a:fld>
            <a:endParaRPr lang="es-CO"/>
          </a:p>
        </p:txBody>
      </p:sp>
      <p:sp>
        <p:nvSpPr>
          <p:cNvPr id="8" name="Marcador de pie de página 7">
            <a:extLst>
              <a:ext uri="{FF2B5EF4-FFF2-40B4-BE49-F238E27FC236}">
                <a16:creationId xmlns:a16="http://schemas.microsoft.com/office/drawing/2014/main" id="{A8A04C30-EDA6-E8D8-17E5-6FFC31775E72}"/>
              </a:ext>
            </a:extLst>
          </p:cNvPr>
          <p:cNvSpPr>
            <a:spLocks noGrp="1"/>
          </p:cNvSpPr>
          <p:nvPr>
            <p:ph type="ftr" sz="quarter" idx="11"/>
          </p:nvPr>
        </p:nvSpPr>
        <p:spPr/>
        <p:txBody>
          <a:bodyPr/>
          <a:lstStyle/>
          <a:p>
            <a:endParaRPr lang="es-CO"/>
          </a:p>
        </p:txBody>
      </p:sp>
      <p:sp>
        <p:nvSpPr>
          <p:cNvPr id="9" name="Marcador de número de diapositiva 8">
            <a:extLst>
              <a:ext uri="{FF2B5EF4-FFF2-40B4-BE49-F238E27FC236}">
                <a16:creationId xmlns:a16="http://schemas.microsoft.com/office/drawing/2014/main" id="{6C15371C-606E-D71B-7E87-18750CB7B2CC}"/>
              </a:ext>
            </a:extLst>
          </p:cNvPr>
          <p:cNvSpPr>
            <a:spLocks noGrp="1"/>
          </p:cNvSpPr>
          <p:nvPr>
            <p:ph type="sldNum" sz="quarter" idx="12"/>
          </p:nvPr>
        </p:nvSpPr>
        <p:spPr/>
        <p:txBody>
          <a:bodyPr/>
          <a:lstStyle/>
          <a:p>
            <a:fld id="{2AE74EE6-D869-4078-805E-69EBC1C524E1}" type="slidenum">
              <a:rPr lang="es-CO" smtClean="0"/>
              <a:t>‹Nº›</a:t>
            </a:fld>
            <a:endParaRPr lang="es-CO"/>
          </a:p>
        </p:txBody>
      </p:sp>
    </p:spTree>
    <p:extLst>
      <p:ext uri="{BB962C8B-B14F-4D97-AF65-F5344CB8AC3E}">
        <p14:creationId xmlns:p14="http://schemas.microsoft.com/office/powerpoint/2010/main" val="9869701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4786D20-6E3E-3281-0F95-BBF3C95D2EBB}"/>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fecha 2">
            <a:extLst>
              <a:ext uri="{FF2B5EF4-FFF2-40B4-BE49-F238E27FC236}">
                <a16:creationId xmlns:a16="http://schemas.microsoft.com/office/drawing/2014/main" id="{6CFA1186-6ED9-F6E4-97BA-3A4F960A7318}"/>
              </a:ext>
            </a:extLst>
          </p:cNvPr>
          <p:cNvSpPr>
            <a:spLocks noGrp="1"/>
          </p:cNvSpPr>
          <p:nvPr>
            <p:ph type="dt" sz="half" idx="10"/>
          </p:nvPr>
        </p:nvSpPr>
        <p:spPr/>
        <p:txBody>
          <a:bodyPr/>
          <a:lstStyle/>
          <a:p>
            <a:fld id="{E232DC3D-3364-4B98-B737-2FEA8DB4EEB9}" type="datetimeFigureOut">
              <a:rPr lang="es-CO" smtClean="0"/>
              <a:t>16/06/2026</a:t>
            </a:fld>
            <a:endParaRPr lang="es-CO"/>
          </a:p>
        </p:txBody>
      </p:sp>
      <p:sp>
        <p:nvSpPr>
          <p:cNvPr id="4" name="Marcador de pie de página 3">
            <a:extLst>
              <a:ext uri="{FF2B5EF4-FFF2-40B4-BE49-F238E27FC236}">
                <a16:creationId xmlns:a16="http://schemas.microsoft.com/office/drawing/2014/main" id="{E00C95CA-1239-B99E-77D3-7A6FDE082216}"/>
              </a:ext>
            </a:extLst>
          </p:cNvPr>
          <p:cNvSpPr>
            <a:spLocks noGrp="1"/>
          </p:cNvSpPr>
          <p:nvPr>
            <p:ph type="ftr" sz="quarter" idx="11"/>
          </p:nvPr>
        </p:nvSpPr>
        <p:spPr/>
        <p:txBody>
          <a:bodyPr/>
          <a:lstStyle/>
          <a:p>
            <a:endParaRPr lang="es-CO"/>
          </a:p>
        </p:txBody>
      </p:sp>
      <p:sp>
        <p:nvSpPr>
          <p:cNvPr id="5" name="Marcador de número de diapositiva 4">
            <a:extLst>
              <a:ext uri="{FF2B5EF4-FFF2-40B4-BE49-F238E27FC236}">
                <a16:creationId xmlns:a16="http://schemas.microsoft.com/office/drawing/2014/main" id="{F376426A-9ABC-5EF1-AEB1-C0CFC2215C37}"/>
              </a:ext>
            </a:extLst>
          </p:cNvPr>
          <p:cNvSpPr>
            <a:spLocks noGrp="1"/>
          </p:cNvSpPr>
          <p:nvPr>
            <p:ph type="sldNum" sz="quarter" idx="12"/>
          </p:nvPr>
        </p:nvSpPr>
        <p:spPr/>
        <p:txBody>
          <a:bodyPr/>
          <a:lstStyle/>
          <a:p>
            <a:fld id="{2AE74EE6-D869-4078-805E-69EBC1C524E1}" type="slidenum">
              <a:rPr lang="es-CO" smtClean="0"/>
              <a:t>‹Nº›</a:t>
            </a:fld>
            <a:endParaRPr lang="es-CO"/>
          </a:p>
        </p:txBody>
      </p:sp>
    </p:spTree>
    <p:extLst>
      <p:ext uri="{BB962C8B-B14F-4D97-AF65-F5344CB8AC3E}">
        <p14:creationId xmlns:p14="http://schemas.microsoft.com/office/powerpoint/2010/main" val="391536443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0CA8B009-C69D-1D5D-2898-3FAB863565E3}"/>
              </a:ext>
            </a:extLst>
          </p:cNvPr>
          <p:cNvSpPr>
            <a:spLocks noGrp="1"/>
          </p:cNvSpPr>
          <p:nvPr>
            <p:ph type="dt" sz="half" idx="10"/>
          </p:nvPr>
        </p:nvSpPr>
        <p:spPr/>
        <p:txBody>
          <a:bodyPr/>
          <a:lstStyle/>
          <a:p>
            <a:fld id="{E232DC3D-3364-4B98-B737-2FEA8DB4EEB9}" type="datetimeFigureOut">
              <a:rPr lang="es-CO" smtClean="0"/>
              <a:t>16/06/2026</a:t>
            </a:fld>
            <a:endParaRPr lang="es-CO"/>
          </a:p>
        </p:txBody>
      </p:sp>
      <p:sp>
        <p:nvSpPr>
          <p:cNvPr id="3" name="Marcador de pie de página 2">
            <a:extLst>
              <a:ext uri="{FF2B5EF4-FFF2-40B4-BE49-F238E27FC236}">
                <a16:creationId xmlns:a16="http://schemas.microsoft.com/office/drawing/2014/main" id="{914A400F-EF69-18E2-03A6-884F1D73A20A}"/>
              </a:ext>
            </a:extLst>
          </p:cNvPr>
          <p:cNvSpPr>
            <a:spLocks noGrp="1"/>
          </p:cNvSpPr>
          <p:nvPr>
            <p:ph type="ftr" sz="quarter" idx="11"/>
          </p:nvPr>
        </p:nvSpPr>
        <p:spPr/>
        <p:txBody>
          <a:bodyPr/>
          <a:lstStyle/>
          <a:p>
            <a:endParaRPr lang="es-CO"/>
          </a:p>
        </p:txBody>
      </p:sp>
      <p:sp>
        <p:nvSpPr>
          <p:cNvPr id="4" name="Marcador de número de diapositiva 3">
            <a:extLst>
              <a:ext uri="{FF2B5EF4-FFF2-40B4-BE49-F238E27FC236}">
                <a16:creationId xmlns:a16="http://schemas.microsoft.com/office/drawing/2014/main" id="{D4CBCE93-02A5-2D01-14B0-951F79F14B7D}"/>
              </a:ext>
            </a:extLst>
          </p:cNvPr>
          <p:cNvSpPr>
            <a:spLocks noGrp="1"/>
          </p:cNvSpPr>
          <p:nvPr>
            <p:ph type="sldNum" sz="quarter" idx="12"/>
          </p:nvPr>
        </p:nvSpPr>
        <p:spPr/>
        <p:txBody>
          <a:bodyPr/>
          <a:lstStyle/>
          <a:p>
            <a:fld id="{2AE74EE6-D869-4078-805E-69EBC1C524E1}" type="slidenum">
              <a:rPr lang="es-CO" smtClean="0"/>
              <a:t>‹Nº›</a:t>
            </a:fld>
            <a:endParaRPr lang="es-CO"/>
          </a:p>
        </p:txBody>
      </p:sp>
    </p:spTree>
    <p:extLst>
      <p:ext uri="{BB962C8B-B14F-4D97-AF65-F5344CB8AC3E}">
        <p14:creationId xmlns:p14="http://schemas.microsoft.com/office/powerpoint/2010/main" val="35875549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0CE0CD9-7BCB-2025-6D74-C27F3B345F8E}"/>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510EA8B7-9869-5158-E183-19819CDE348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texto 3">
            <a:extLst>
              <a:ext uri="{FF2B5EF4-FFF2-40B4-BE49-F238E27FC236}">
                <a16:creationId xmlns:a16="http://schemas.microsoft.com/office/drawing/2014/main" id="{841FCE9D-FC78-3797-E9CE-C3F4DD2CF30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F2142166-3168-72E8-7E91-C1FC8816A97A}"/>
              </a:ext>
            </a:extLst>
          </p:cNvPr>
          <p:cNvSpPr>
            <a:spLocks noGrp="1"/>
          </p:cNvSpPr>
          <p:nvPr>
            <p:ph type="dt" sz="half" idx="10"/>
          </p:nvPr>
        </p:nvSpPr>
        <p:spPr/>
        <p:txBody>
          <a:bodyPr/>
          <a:lstStyle/>
          <a:p>
            <a:fld id="{E232DC3D-3364-4B98-B737-2FEA8DB4EEB9}" type="datetimeFigureOut">
              <a:rPr lang="es-CO" smtClean="0"/>
              <a:t>16/06/2026</a:t>
            </a:fld>
            <a:endParaRPr lang="es-CO"/>
          </a:p>
        </p:txBody>
      </p:sp>
      <p:sp>
        <p:nvSpPr>
          <p:cNvPr id="6" name="Marcador de pie de página 5">
            <a:extLst>
              <a:ext uri="{FF2B5EF4-FFF2-40B4-BE49-F238E27FC236}">
                <a16:creationId xmlns:a16="http://schemas.microsoft.com/office/drawing/2014/main" id="{8B384531-13AD-3876-2B69-E6BF5C86C928}"/>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5F634F09-C68B-DFE7-CDD2-5D12307D1031}"/>
              </a:ext>
            </a:extLst>
          </p:cNvPr>
          <p:cNvSpPr>
            <a:spLocks noGrp="1"/>
          </p:cNvSpPr>
          <p:nvPr>
            <p:ph type="sldNum" sz="quarter" idx="12"/>
          </p:nvPr>
        </p:nvSpPr>
        <p:spPr/>
        <p:txBody>
          <a:bodyPr/>
          <a:lstStyle/>
          <a:p>
            <a:fld id="{2AE74EE6-D869-4078-805E-69EBC1C524E1}" type="slidenum">
              <a:rPr lang="es-CO" smtClean="0"/>
              <a:t>‹Nº›</a:t>
            </a:fld>
            <a:endParaRPr lang="es-CO"/>
          </a:p>
        </p:txBody>
      </p:sp>
    </p:spTree>
    <p:extLst>
      <p:ext uri="{BB962C8B-B14F-4D97-AF65-F5344CB8AC3E}">
        <p14:creationId xmlns:p14="http://schemas.microsoft.com/office/powerpoint/2010/main" val="127999704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DF0B0B6-178A-2DE2-9D4C-1EA48B40C0E9}"/>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O"/>
          </a:p>
        </p:txBody>
      </p:sp>
      <p:sp>
        <p:nvSpPr>
          <p:cNvPr id="3" name="Marcador de posición de imagen 2">
            <a:extLst>
              <a:ext uri="{FF2B5EF4-FFF2-40B4-BE49-F238E27FC236}">
                <a16:creationId xmlns:a16="http://schemas.microsoft.com/office/drawing/2014/main" id="{FFED4931-6DD5-8470-00B4-4AD729FB194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CO"/>
          </a:p>
        </p:txBody>
      </p:sp>
      <p:sp>
        <p:nvSpPr>
          <p:cNvPr id="4" name="Marcador de texto 3">
            <a:extLst>
              <a:ext uri="{FF2B5EF4-FFF2-40B4-BE49-F238E27FC236}">
                <a16:creationId xmlns:a16="http://schemas.microsoft.com/office/drawing/2014/main" id="{720390BD-29BD-3EF3-3F42-30FB741D803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C1F85192-11DA-8CCF-60ED-9C2E23CB8A2B}"/>
              </a:ext>
            </a:extLst>
          </p:cNvPr>
          <p:cNvSpPr>
            <a:spLocks noGrp="1"/>
          </p:cNvSpPr>
          <p:nvPr>
            <p:ph type="dt" sz="half" idx="10"/>
          </p:nvPr>
        </p:nvSpPr>
        <p:spPr/>
        <p:txBody>
          <a:bodyPr/>
          <a:lstStyle/>
          <a:p>
            <a:fld id="{E232DC3D-3364-4B98-B737-2FEA8DB4EEB9}" type="datetimeFigureOut">
              <a:rPr lang="es-CO" smtClean="0"/>
              <a:t>16/06/2026</a:t>
            </a:fld>
            <a:endParaRPr lang="es-CO"/>
          </a:p>
        </p:txBody>
      </p:sp>
      <p:sp>
        <p:nvSpPr>
          <p:cNvPr id="6" name="Marcador de pie de página 5">
            <a:extLst>
              <a:ext uri="{FF2B5EF4-FFF2-40B4-BE49-F238E27FC236}">
                <a16:creationId xmlns:a16="http://schemas.microsoft.com/office/drawing/2014/main" id="{10B09ACD-B38C-A414-7D9B-22F6970DF238}"/>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3864F253-73AE-4A50-5D78-FA299CF7DE26}"/>
              </a:ext>
            </a:extLst>
          </p:cNvPr>
          <p:cNvSpPr>
            <a:spLocks noGrp="1"/>
          </p:cNvSpPr>
          <p:nvPr>
            <p:ph type="sldNum" sz="quarter" idx="12"/>
          </p:nvPr>
        </p:nvSpPr>
        <p:spPr/>
        <p:txBody>
          <a:bodyPr/>
          <a:lstStyle/>
          <a:p>
            <a:fld id="{2AE74EE6-D869-4078-805E-69EBC1C524E1}" type="slidenum">
              <a:rPr lang="es-CO" smtClean="0"/>
              <a:t>‹Nº›</a:t>
            </a:fld>
            <a:endParaRPr lang="es-CO"/>
          </a:p>
        </p:txBody>
      </p:sp>
    </p:spTree>
    <p:extLst>
      <p:ext uri="{BB962C8B-B14F-4D97-AF65-F5344CB8AC3E}">
        <p14:creationId xmlns:p14="http://schemas.microsoft.com/office/powerpoint/2010/main" val="320839889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1CD14DF-6133-7225-5208-6F1F8F738CBA}"/>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texto vertical 2">
            <a:extLst>
              <a:ext uri="{FF2B5EF4-FFF2-40B4-BE49-F238E27FC236}">
                <a16:creationId xmlns:a16="http://schemas.microsoft.com/office/drawing/2014/main" id="{BF9A2C64-4BCF-8878-42A2-2B7E30B623FF}"/>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F5B21BBE-E8B9-71AD-99D2-9280106CF287}"/>
              </a:ext>
            </a:extLst>
          </p:cNvPr>
          <p:cNvSpPr>
            <a:spLocks noGrp="1"/>
          </p:cNvSpPr>
          <p:nvPr>
            <p:ph type="dt" sz="half" idx="10"/>
          </p:nvPr>
        </p:nvSpPr>
        <p:spPr/>
        <p:txBody>
          <a:bodyPr/>
          <a:lstStyle/>
          <a:p>
            <a:fld id="{E232DC3D-3364-4B98-B737-2FEA8DB4EEB9}" type="datetimeFigureOut">
              <a:rPr lang="es-CO" smtClean="0"/>
              <a:t>16/06/2026</a:t>
            </a:fld>
            <a:endParaRPr lang="es-CO"/>
          </a:p>
        </p:txBody>
      </p:sp>
      <p:sp>
        <p:nvSpPr>
          <p:cNvPr id="5" name="Marcador de pie de página 4">
            <a:extLst>
              <a:ext uri="{FF2B5EF4-FFF2-40B4-BE49-F238E27FC236}">
                <a16:creationId xmlns:a16="http://schemas.microsoft.com/office/drawing/2014/main" id="{EB04BB80-30DC-4522-9F3A-F376EF2E449E}"/>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67D9122F-2D63-7AAC-D358-2F25E455CF39}"/>
              </a:ext>
            </a:extLst>
          </p:cNvPr>
          <p:cNvSpPr>
            <a:spLocks noGrp="1"/>
          </p:cNvSpPr>
          <p:nvPr>
            <p:ph type="sldNum" sz="quarter" idx="12"/>
          </p:nvPr>
        </p:nvSpPr>
        <p:spPr/>
        <p:txBody>
          <a:bodyPr/>
          <a:lstStyle/>
          <a:p>
            <a:fld id="{2AE74EE6-D869-4078-805E-69EBC1C524E1}" type="slidenum">
              <a:rPr lang="es-CO" smtClean="0"/>
              <a:t>‹Nº›</a:t>
            </a:fld>
            <a:endParaRPr lang="es-CO"/>
          </a:p>
        </p:txBody>
      </p:sp>
    </p:spTree>
    <p:extLst>
      <p:ext uri="{BB962C8B-B14F-4D97-AF65-F5344CB8AC3E}">
        <p14:creationId xmlns:p14="http://schemas.microsoft.com/office/powerpoint/2010/main" val="92370861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98AD4C63-322B-9289-95FE-95F8B78D340B}"/>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CO"/>
          </a:p>
        </p:txBody>
      </p:sp>
      <p:sp>
        <p:nvSpPr>
          <p:cNvPr id="3" name="Marcador de texto vertical 2">
            <a:extLst>
              <a:ext uri="{FF2B5EF4-FFF2-40B4-BE49-F238E27FC236}">
                <a16:creationId xmlns:a16="http://schemas.microsoft.com/office/drawing/2014/main" id="{73DCC26B-B15B-4664-3A32-C1A29ADA18B6}"/>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7B1FA146-87B7-F736-BB5A-46426D064BBA}"/>
              </a:ext>
            </a:extLst>
          </p:cNvPr>
          <p:cNvSpPr>
            <a:spLocks noGrp="1"/>
          </p:cNvSpPr>
          <p:nvPr>
            <p:ph type="dt" sz="half" idx="10"/>
          </p:nvPr>
        </p:nvSpPr>
        <p:spPr/>
        <p:txBody>
          <a:bodyPr/>
          <a:lstStyle/>
          <a:p>
            <a:fld id="{E232DC3D-3364-4B98-B737-2FEA8DB4EEB9}" type="datetimeFigureOut">
              <a:rPr lang="es-CO" smtClean="0"/>
              <a:t>16/06/2026</a:t>
            </a:fld>
            <a:endParaRPr lang="es-CO"/>
          </a:p>
        </p:txBody>
      </p:sp>
      <p:sp>
        <p:nvSpPr>
          <p:cNvPr id="5" name="Marcador de pie de página 4">
            <a:extLst>
              <a:ext uri="{FF2B5EF4-FFF2-40B4-BE49-F238E27FC236}">
                <a16:creationId xmlns:a16="http://schemas.microsoft.com/office/drawing/2014/main" id="{099FD83E-D958-4ABA-64A4-1CD41203CDAE}"/>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A32301AD-C2B3-B9CB-1E65-9B2DA6E56E38}"/>
              </a:ext>
            </a:extLst>
          </p:cNvPr>
          <p:cNvSpPr>
            <a:spLocks noGrp="1"/>
          </p:cNvSpPr>
          <p:nvPr>
            <p:ph type="sldNum" sz="quarter" idx="12"/>
          </p:nvPr>
        </p:nvSpPr>
        <p:spPr/>
        <p:txBody>
          <a:bodyPr/>
          <a:lstStyle/>
          <a:p>
            <a:fld id="{2AE74EE6-D869-4078-805E-69EBC1C524E1}" type="slidenum">
              <a:rPr lang="es-CO" smtClean="0"/>
              <a:t>‹Nº›</a:t>
            </a:fld>
            <a:endParaRPr lang="es-CO"/>
          </a:p>
        </p:txBody>
      </p:sp>
    </p:spTree>
    <p:extLst>
      <p:ext uri="{BB962C8B-B14F-4D97-AF65-F5344CB8AC3E}">
        <p14:creationId xmlns:p14="http://schemas.microsoft.com/office/powerpoint/2010/main" val="20009705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F2C9864D-1483-2AE5-0FEA-48855537060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1FD254BB-B860-F144-7BF3-315B8786E3B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0BF5BED5-0585-53C3-A724-BE9242651E2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232DC3D-3364-4B98-B737-2FEA8DB4EEB9}" type="datetimeFigureOut">
              <a:rPr lang="es-CO" smtClean="0"/>
              <a:t>16/06/2026</a:t>
            </a:fld>
            <a:endParaRPr lang="es-CO"/>
          </a:p>
        </p:txBody>
      </p:sp>
      <p:sp>
        <p:nvSpPr>
          <p:cNvPr id="5" name="Marcador de pie de página 4">
            <a:extLst>
              <a:ext uri="{FF2B5EF4-FFF2-40B4-BE49-F238E27FC236}">
                <a16:creationId xmlns:a16="http://schemas.microsoft.com/office/drawing/2014/main" id="{F0016D93-5AFA-DE80-D034-217A49DEC6A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s-CO"/>
          </a:p>
        </p:txBody>
      </p:sp>
      <p:sp>
        <p:nvSpPr>
          <p:cNvPr id="6" name="Marcador de número de diapositiva 5">
            <a:extLst>
              <a:ext uri="{FF2B5EF4-FFF2-40B4-BE49-F238E27FC236}">
                <a16:creationId xmlns:a16="http://schemas.microsoft.com/office/drawing/2014/main" id="{418A8A3A-02BF-B19A-B382-EB9221EEB8C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AE74EE6-D869-4078-805E-69EBC1C524E1}" type="slidenum">
              <a:rPr lang="es-CO" smtClean="0"/>
              <a:t>‹Nº›</a:t>
            </a:fld>
            <a:endParaRPr lang="es-CO"/>
          </a:p>
        </p:txBody>
      </p:sp>
    </p:spTree>
    <p:extLst>
      <p:ext uri="{BB962C8B-B14F-4D97-AF65-F5344CB8AC3E}">
        <p14:creationId xmlns:p14="http://schemas.microsoft.com/office/powerpoint/2010/main" val="422813564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5" Type="http://schemas.microsoft.com/office/2007/relationships/hdphoto" Target="../media/hdphoto1.wdp"/><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10" Type="http://schemas.microsoft.com/office/2007/relationships/hdphoto" Target="../media/hdphoto1.wdp"/><Relationship Id="rId4" Type="http://schemas.openxmlformats.org/officeDocument/2006/relationships/diagramLayout" Target="../diagrams/layout1.xml"/><Relationship Id="rId9" Type="http://schemas.openxmlformats.org/officeDocument/2006/relationships/image" Target="../media/image3.png"/></Relationships>
</file>

<file path=ppt/slides/_rels/slide3.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diagramColors" Target="../diagrams/colors2.xml"/><Relationship Id="rId11" Type="http://schemas.openxmlformats.org/officeDocument/2006/relationships/image" Target="../media/image4.jpeg"/><Relationship Id="rId5" Type="http://schemas.openxmlformats.org/officeDocument/2006/relationships/diagramQuickStyle" Target="../diagrams/quickStyle2.xml"/><Relationship Id="rId10" Type="http://schemas.microsoft.com/office/2007/relationships/hdphoto" Target="../media/hdphoto1.wdp"/><Relationship Id="rId4" Type="http://schemas.openxmlformats.org/officeDocument/2006/relationships/diagramLayout" Target="../diagrams/layout2.xml"/><Relationship Id="rId9" Type="http://schemas.openxmlformats.org/officeDocument/2006/relationships/image" Target="../media/image3.png"/></Relationships>
</file>

<file path=ppt/slides/_rels/slide4.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diagramColors" Target="../diagrams/colors3.xml"/><Relationship Id="rId11" Type="http://schemas.openxmlformats.org/officeDocument/2006/relationships/image" Target="../media/image5.jpeg"/><Relationship Id="rId5" Type="http://schemas.openxmlformats.org/officeDocument/2006/relationships/diagramQuickStyle" Target="../diagrams/quickStyle3.xml"/><Relationship Id="rId10" Type="http://schemas.microsoft.com/office/2007/relationships/hdphoto" Target="../media/hdphoto1.wdp"/><Relationship Id="rId4" Type="http://schemas.openxmlformats.org/officeDocument/2006/relationships/diagramLayout" Target="../diagrams/layout3.xml"/><Relationship Id="rId9" Type="http://schemas.openxmlformats.org/officeDocument/2006/relationships/image" Target="../media/image3.png"/></Relationships>
</file>

<file path=ppt/slides/_rels/slide5.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diagramColors" Target="../diagrams/colors4.xml"/><Relationship Id="rId11" Type="http://schemas.openxmlformats.org/officeDocument/2006/relationships/image" Target="../media/image6.png"/><Relationship Id="rId5" Type="http://schemas.openxmlformats.org/officeDocument/2006/relationships/diagramQuickStyle" Target="../diagrams/quickStyle4.xml"/><Relationship Id="rId10" Type="http://schemas.microsoft.com/office/2007/relationships/hdphoto" Target="../media/hdphoto1.wdp"/><Relationship Id="rId4" Type="http://schemas.openxmlformats.org/officeDocument/2006/relationships/diagramLayout" Target="../diagrams/layout4.xml"/><Relationship Id="rId9" Type="http://schemas.openxmlformats.org/officeDocument/2006/relationships/image" Target="../media/image3.png"/></Relationships>
</file>

<file path=ppt/slides/_rels/slide6.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diagramData" Target="../diagrams/data5.xml"/><Relationship Id="rId7" Type="http://schemas.microsoft.com/office/2007/relationships/diagramDrawing" Target="../diagrams/drawing5.xml"/><Relationship Id="rId12" Type="http://schemas.microsoft.com/office/2007/relationships/hdphoto" Target="../media/hdphoto2.wdp"/><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diagramColors" Target="../diagrams/colors5.xml"/><Relationship Id="rId11" Type="http://schemas.openxmlformats.org/officeDocument/2006/relationships/image" Target="../media/image7.png"/><Relationship Id="rId5" Type="http://schemas.openxmlformats.org/officeDocument/2006/relationships/diagramQuickStyle" Target="../diagrams/quickStyle5.xml"/><Relationship Id="rId10" Type="http://schemas.microsoft.com/office/2007/relationships/hdphoto" Target="../media/hdphoto1.wdp"/><Relationship Id="rId4" Type="http://schemas.openxmlformats.org/officeDocument/2006/relationships/diagramLayout" Target="../diagrams/layout5.xml"/><Relationship Id="rId9" Type="http://schemas.openxmlformats.org/officeDocument/2006/relationships/image" Target="../media/image3.png"/></Relationships>
</file>

<file path=ppt/slides/_rels/slide7.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diagramData" Target="../diagrams/data6.xml"/><Relationship Id="rId7" Type="http://schemas.microsoft.com/office/2007/relationships/diagramDrawing" Target="../diagrams/drawing6.xml"/><Relationship Id="rId12" Type="http://schemas.openxmlformats.org/officeDocument/2006/relationships/image" Target="../media/image9.jpe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diagramColors" Target="../diagrams/colors6.xml"/><Relationship Id="rId11" Type="http://schemas.openxmlformats.org/officeDocument/2006/relationships/image" Target="../media/image8.jpeg"/><Relationship Id="rId5" Type="http://schemas.openxmlformats.org/officeDocument/2006/relationships/diagramQuickStyle" Target="../diagrams/quickStyle6.xml"/><Relationship Id="rId10" Type="http://schemas.microsoft.com/office/2007/relationships/hdphoto" Target="../media/hdphoto1.wdp"/><Relationship Id="rId4" Type="http://schemas.openxmlformats.org/officeDocument/2006/relationships/diagramLayout" Target="../diagrams/layout6.xml"/><Relationship Id="rId9" Type="http://schemas.openxmlformats.org/officeDocument/2006/relationships/image" Target="../media/image3.png"/></Relationships>
</file>

<file path=ppt/slides/_rels/slide8.xml.rels><?xml version="1.0" encoding="UTF-8" standalone="yes"?>
<Relationships xmlns="http://schemas.openxmlformats.org/package/2006/relationships"><Relationship Id="rId8" Type="http://schemas.openxmlformats.org/officeDocument/2006/relationships/image" Target="../media/image2.png"/><Relationship Id="rId13" Type="http://schemas.openxmlformats.org/officeDocument/2006/relationships/image" Target="../media/image12.jpeg"/><Relationship Id="rId3" Type="http://schemas.openxmlformats.org/officeDocument/2006/relationships/diagramData" Target="../diagrams/data7.xml"/><Relationship Id="rId7" Type="http://schemas.microsoft.com/office/2007/relationships/diagramDrawing" Target="../diagrams/drawing7.xml"/><Relationship Id="rId12" Type="http://schemas.openxmlformats.org/officeDocument/2006/relationships/image" Target="../media/image11.jpe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diagramColors" Target="../diagrams/colors7.xml"/><Relationship Id="rId11" Type="http://schemas.openxmlformats.org/officeDocument/2006/relationships/image" Target="../media/image10.jpeg"/><Relationship Id="rId5" Type="http://schemas.openxmlformats.org/officeDocument/2006/relationships/diagramQuickStyle" Target="../diagrams/quickStyle7.xml"/><Relationship Id="rId10" Type="http://schemas.microsoft.com/office/2007/relationships/hdphoto" Target="../media/hdphoto1.wdp"/><Relationship Id="rId4" Type="http://schemas.openxmlformats.org/officeDocument/2006/relationships/diagramLayout" Target="../diagrams/layout7.xml"/><Relationship Id="rId9" Type="http://schemas.openxmlformats.org/officeDocument/2006/relationships/image" Target="../media/image3.png"/></Relationships>
</file>

<file path=ppt/slides/_rels/slide9.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diagramData" Target="../diagrams/data8.xml"/><Relationship Id="rId7" Type="http://schemas.microsoft.com/office/2007/relationships/diagramDrawing" Target="../diagrams/drawing8.xml"/><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diagramColors" Target="../diagrams/colors8.xml"/><Relationship Id="rId11" Type="http://schemas.openxmlformats.org/officeDocument/2006/relationships/image" Target="../media/image13.jpeg"/><Relationship Id="rId5" Type="http://schemas.openxmlformats.org/officeDocument/2006/relationships/diagramQuickStyle" Target="../diagrams/quickStyle8.xml"/><Relationship Id="rId10" Type="http://schemas.microsoft.com/office/2007/relationships/hdphoto" Target="../media/hdphoto1.wdp"/><Relationship Id="rId4" Type="http://schemas.openxmlformats.org/officeDocument/2006/relationships/diagramLayout" Target="../diagrams/layout8.xml"/><Relationship Id="rId9" Type="http://schemas.openxmlformats.org/officeDocument/2006/relationships/image" Target="../media/image3.png"/></Relationships>
</file>

<file path=ppt/slides/_rels/slide10.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diagramData" Target="../diagrams/data9.xml"/><Relationship Id="rId7" Type="http://schemas.microsoft.com/office/2007/relationships/diagramDrawing" Target="../diagrams/drawing9.xml"/><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diagramColors" Target="../diagrams/colors9.xml"/><Relationship Id="rId11" Type="http://schemas.openxmlformats.org/officeDocument/2006/relationships/image" Target="../media/image14.jpeg"/><Relationship Id="rId5" Type="http://schemas.openxmlformats.org/officeDocument/2006/relationships/diagramQuickStyle" Target="../diagrams/quickStyle9.xml"/><Relationship Id="rId10" Type="http://schemas.microsoft.com/office/2007/relationships/hdphoto" Target="../media/hdphoto1.wdp"/><Relationship Id="rId4" Type="http://schemas.openxmlformats.org/officeDocument/2006/relationships/diagramLayout" Target="../diagrams/layout9.xml"/><Relationship Id="rId9" Type="http://schemas.openxmlformats.org/officeDocument/2006/relationships/image" Target="../media/image3.png"/></Relationships>
</file>

<file path=ppt/slides/_rels/slide11.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diagramData" Target="../diagrams/data10.xml"/><Relationship Id="rId7" Type="http://schemas.microsoft.com/office/2007/relationships/diagramDrawing" Target="../diagrams/drawing10.xml"/><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diagramColors" Target="../diagrams/colors10.xml"/><Relationship Id="rId11" Type="http://schemas.openxmlformats.org/officeDocument/2006/relationships/image" Target="../media/image15.jpeg"/><Relationship Id="rId5" Type="http://schemas.openxmlformats.org/officeDocument/2006/relationships/diagramQuickStyle" Target="../diagrams/quickStyle10.xml"/><Relationship Id="rId10" Type="http://schemas.microsoft.com/office/2007/relationships/hdphoto" Target="../media/hdphoto1.wdp"/><Relationship Id="rId4" Type="http://schemas.openxmlformats.org/officeDocument/2006/relationships/diagramLayout" Target="../diagrams/layout10.xml"/><Relationship Id="rId9" Type="http://schemas.openxmlformats.org/officeDocument/2006/relationships/image" Target="../media/image3.png"/></Relationships>
</file>

<file path=ppt/slides/_rels/slide12.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diagramData" Target="../diagrams/data11.xml"/><Relationship Id="rId7" Type="http://schemas.microsoft.com/office/2007/relationships/diagramDrawing" Target="../diagrams/drawing11.xml"/><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diagramColors" Target="../diagrams/colors11.xml"/><Relationship Id="rId5" Type="http://schemas.openxmlformats.org/officeDocument/2006/relationships/diagramQuickStyle" Target="../diagrams/quickStyle11.xml"/><Relationship Id="rId10" Type="http://schemas.microsoft.com/office/2007/relationships/hdphoto" Target="../media/hdphoto1.wdp"/><Relationship Id="rId4" Type="http://schemas.openxmlformats.org/officeDocument/2006/relationships/diagramLayout" Target="../diagrams/layout11.xml"/><Relationship Id="rId9"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5D1E2251-D51D-E043-921A-7495EE8A48E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 name="Title 1">
            <a:extLst>
              <a:ext uri="{FF2B5EF4-FFF2-40B4-BE49-F238E27FC236}">
                <a16:creationId xmlns:a16="http://schemas.microsoft.com/office/drawing/2014/main" id="{03E4AF6F-E779-CD1D-11EF-0C24C6FC8AFA}"/>
              </a:ext>
            </a:extLst>
          </p:cNvPr>
          <p:cNvSpPr>
            <a:spLocks noGrp="1"/>
          </p:cNvSpPr>
          <p:nvPr>
            <p:ph type="ctrTitle"/>
          </p:nvPr>
        </p:nvSpPr>
        <p:spPr>
          <a:xfrm>
            <a:off x="2484120" y="1038225"/>
            <a:ext cx="7772400" cy="1470025"/>
          </a:xfrm>
        </p:spPr>
        <p:txBody>
          <a:bodyPr>
            <a:normAutofit fontScale="90000"/>
          </a:bodyPr>
          <a:lstStyle/>
          <a:p>
            <a:r>
              <a:rPr dirty="0" err="1"/>
              <a:t>Experiencia</a:t>
            </a:r>
            <a:r>
              <a:rPr dirty="0"/>
              <a:t> </a:t>
            </a:r>
            <a:r>
              <a:rPr dirty="0" err="1"/>
              <a:t>Significativa</a:t>
            </a:r>
            <a:endParaRPr dirty="0"/>
          </a:p>
        </p:txBody>
      </p:sp>
      <p:sp>
        <p:nvSpPr>
          <p:cNvPr id="4" name="Subtitle 2">
            <a:extLst>
              <a:ext uri="{FF2B5EF4-FFF2-40B4-BE49-F238E27FC236}">
                <a16:creationId xmlns:a16="http://schemas.microsoft.com/office/drawing/2014/main" id="{8A95729C-CECB-640B-E4A6-9CF9EDDA0E49}"/>
              </a:ext>
            </a:extLst>
          </p:cNvPr>
          <p:cNvSpPr>
            <a:spLocks noGrp="1"/>
          </p:cNvSpPr>
          <p:nvPr>
            <p:ph type="subTitle" idx="1"/>
          </p:nvPr>
        </p:nvSpPr>
        <p:spPr>
          <a:xfrm>
            <a:off x="3169920" y="5329079"/>
            <a:ext cx="6400800" cy="1147921"/>
          </a:xfrm>
        </p:spPr>
        <p:txBody>
          <a:bodyPr>
            <a:normAutofit/>
          </a:bodyPr>
          <a:lstStyle/>
          <a:p>
            <a:pPr>
              <a:spcBef>
                <a:spcPts val="0"/>
              </a:spcBef>
            </a:pPr>
            <a:r>
              <a:rPr lang="es-MX" b="1" dirty="0">
                <a:solidFill>
                  <a:schemeClr val="tx1"/>
                </a:solidFill>
              </a:rPr>
              <a:t>I. E. M. </a:t>
            </a:r>
            <a:r>
              <a:rPr b="1" dirty="0">
                <a:solidFill>
                  <a:schemeClr val="tx1"/>
                </a:solidFill>
              </a:rPr>
              <a:t>Escuela Normal Superior</a:t>
            </a:r>
          </a:p>
          <a:p>
            <a:pPr>
              <a:spcBef>
                <a:spcPts val="0"/>
              </a:spcBef>
            </a:pPr>
            <a:r>
              <a:rPr lang="es-CO" b="1" dirty="0">
                <a:solidFill>
                  <a:schemeClr val="tx1"/>
                </a:solidFill>
              </a:rPr>
              <a:t>Pitalito – Huila </a:t>
            </a:r>
          </a:p>
          <a:p>
            <a:pPr>
              <a:spcBef>
                <a:spcPts val="0"/>
              </a:spcBef>
            </a:pPr>
            <a:endParaRPr b="1" dirty="0">
              <a:solidFill>
                <a:schemeClr val="tx1"/>
              </a:solidFill>
            </a:endParaRPr>
          </a:p>
        </p:txBody>
      </p:sp>
      <p:pic>
        <p:nvPicPr>
          <p:cNvPr id="6" name="Imagen 5">
            <a:extLst>
              <a:ext uri="{FF2B5EF4-FFF2-40B4-BE49-F238E27FC236}">
                <a16:creationId xmlns:a16="http://schemas.microsoft.com/office/drawing/2014/main" id="{6569E89D-FDB4-3BCA-DEDE-3D7DDE2A4FB2}"/>
              </a:ext>
            </a:extLst>
          </p:cNvPr>
          <p:cNvPicPr>
            <a:picLocks noChangeAspect="1"/>
          </p:cNvPicPr>
          <p:nvPr/>
        </p:nvPicPr>
        <p:blipFill>
          <a:blip r:embed="rId3"/>
          <a:stretch>
            <a:fillRect/>
          </a:stretch>
        </p:blipFill>
        <p:spPr>
          <a:xfrm>
            <a:off x="224705" y="5730875"/>
            <a:ext cx="922189" cy="949009"/>
          </a:xfrm>
          <a:prstGeom prst="rect">
            <a:avLst/>
          </a:prstGeom>
        </p:spPr>
      </p:pic>
      <p:sp>
        <p:nvSpPr>
          <p:cNvPr id="7" name="Subtitle 2">
            <a:extLst>
              <a:ext uri="{FF2B5EF4-FFF2-40B4-BE49-F238E27FC236}">
                <a16:creationId xmlns:a16="http://schemas.microsoft.com/office/drawing/2014/main" id="{9D5FC479-D7DE-25EA-1EFB-11898125D411}"/>
              </a:ext>
            </a:extLst>
          </p:cNvPr>
          <p:cNvSpPr txBox="1">
            <a:spLocks/>
          </p:cNvSpPr>
          <p:nvPr/>
        </p:nvSpPr>
        <p:spPr>
          <a:xfrm>
            <a:off x="2080260" y="3195479"/>
            <a:ext cx="8679180" cy="1752600"/>
          </a:xfrm>
          <a:prstGeom prst="rect">
            <a:avLst/>
          </a:prstGeom>
        </p:spPr>
        <p:txBody>
          <a:bodyPr vert="horz" lIns="91440" tIns="45720" rIns="91440" bIns="45720" rtlCol="0">
            <a:normAutofit lnSpcReduction="10000"/>
          </a:bodyPr>
          <a:lstStyle>
            <a:lvl1pPr marL="0" indent="0" algn="ctr" defTabSz="457200" rtl="0" eaLnBrk="1" latinLnBrk="0" hangingPunct="1">
              <a:spcBef>
                <a:spcPct val="20000"/>
              </a:spcBef>
              <a:buFont typeface="Arial"/>
              <a:buNone/>
              <a:defRPr sz="3200" kern="1200">
                <a:solidFill>
                  <a:schemeClr val="tx1">
                    <a:tint val="75000"/>
                  </a:schemeClr>
                </a:solidFill>
                <a:latin typeface="+mn-lt"/>
                <a:ea typeface="+mn-ea"/>
                <a:cs typeface="+mn-cs"/>
              </a:defRPr>
            </a:lvl1pPr>
            <a:lvl2pPr marL="457200" indent="0" algn="ctr" defTabSz="457200" rtl="0" eaLnBrk="1" latinLnBrk="0" hangingPunct="1">
              <a:spcBef>
                <a:spcPct val="20000"/>
              </a:spcBef>
              <a:buFont typeface="Arial"/>
              <a:buNone/>
              <a:defRPr sz="2800" kern="1200">
                <a:solidFill>
                  <a:schemeClr val="tx1">
                    <a:tint val="75000"/>
                  </a:schemeClr>
                </a:solidFill>
                <a:latin typeface="+mn-lt"/>
                <a:ea typeface="+mn-ea"/>
                <a:cs typeface="+mn-cs"/>
              </a:defRPr>
            </a:lvl2pPr>
            <a:lvl3pPr marL="914400" indent="0" algn="ctr" defTabSz="457200" rtl="0" eaLnBrk="1" latinLnBrk="0" hangingPunct="1">
              <a:spcBef>
                <a:spcPct val="20000"/>
              </a:spcBef>
              <a:buFont typeface="Arial"/>
              <a:buNone/>
              <a:defRPr sz="2400" kern="1200">
                <a:solidFill>
                  <a:schemeClr val="tx1">
                    <a:tint val="75000"/>
                  </a:schemeClr>
                </a:solidFill>
                <a:latin typeface="+mn-lt"/>
                <a:ea typeface="+mn-ea"/>
                <a:cs typeface="+mn-cs"/>
              </a:defRPr>
            </a:lvl3pPr>
            <a:lvl4pPr marL="1371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4pPr>
            <a:lvl5pPr marL="18288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5pPr>
            <a:lvl6pPr marL="22860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6pPr>
            <a:lvl7pPr marL="27432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7pPr>
            <a:lvl8pPr marL="32004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8pPr>
            <a:lvl9pPr marL="3657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9pPr>
          </a:lstStyle>
          <a:p>
            <a:r>
              <a:rPr lang="es-MX" sz="4000" b="1" dirty="0">
                <a:solidFill>
                  <a:schemeClr val="tx1"/>
                </a:solidFill>
              </a:rPr>
              <a:t>Tono Libre: Más Allá de las Etiquetas</a:t>
            </a:r>
          </a:p>
          <a:p>
            <a:r>
              <a:rPr lang="es-CO" dirty="0">
                <a:solidFill>
                  <a:schemeClr val="tx1"/>
                </a:solidFill>
              </a:rPr>
              <a:t>Luz </a:t>
            </a:r>
            <a:r>
              <a:rPr lang="es-CO" dirty="0" err="1">
                <a:solidFill>
                  <a:schemeClr val="tx1"/>
                </a:solidFill>
              </a:rPr>
              <a:t>Carine</a:t>
            </a:r>
            <a:r>
              <a:rPr lang="es-CO" dirty="0">
                <a:solidFill>
                  <a:schemeClr val="tx1"/>
                </a:solidFill>
              </a:rPr>
              <a:t> Jaramillo Artunduaga</a:t>
            </a:r>
            <a:endParaRPr lang="es-CO" b="1" dirty="0">
              <a:solidFill>
                <a:schemeClr val="tx1"/>
              </a:solidFill>
            </a:endParaRPr>
          </a:p>
        </p:txBody>
      </p:sp>
      <p:pic>
        <p:nvPicPr>
          <p:cNvPr id="8" name="Imagen 7">
            <a:extLst>
              <a:ext uri="{FF2B5EF4-FFF2-40B4-BE49-F238E27FC236}">
                <a16:creationId xmlns:a16="http://schemas.microsoft.com/office/drawing/2014/main" id="{D79F20E7-AAE1-C7D2-6F65-F7410C02341F}"/>
              </a:ext>
            </a:extLst>
          </p:cNvPr>
          <p:cNvPicPr>
            <a:picLocks noChangeAspect="1"/>
          </p:cNvPicPr>
          <p:nvPr/>
        </p:nvPicPr>
        <p:blipFill>
          <a:blip r:embed="rId4">
            <a:extLst>
              <a:ext uri="{BEBA8EAE-BF5A-486C-A8C5-ECC9F3942E4B}">
                <a14:imgProps xmlns:a14="http://schemas.microsoft.com/office/drawing/2010/main">
                  <a14:imgLayer r:embed="rId5">
                    <a14:imgEffect>
                      <a14:backgroundRemoval t="521" b="82422" l="14568" r="87555">
                        <a14:foregroundMark x1="20059" y1="31120" x2="20937" y2="4297"/>
                        <a14:foregroundMark x1="68668" y1="10156" x2="68668" y2="10156"/>
                        <a14:foregroundMark x1="65154" y1="4688" x2="77526" y2="26432"/>
                        <a14:foregroundMark x1="83821" y1="33333" x2="87555" y2="38542"/>
                        <a14:foregroundMark x1="87555" y1="38542" x2="87555" y2="38542"/>
                        <a14:foregroundMark x1="86384" y1="9896" x2="81113" y2="3516"/>
                        <a14:foregroundMark x1="81113" y1="3516" x2="81040" y2="3255"/>
                        <a14:foregroundMark x1="72108" y1="3906" x2="84700" y2="21354"/>
                        <a14:foregroundMark x1="85286" y1="27865" x2="84553" y2="16797"/>
                        <a14:foregroundMark x1="86384" y1="30469" x2="86530" y2="13151"/>
                        <a14:foregroundMark x1="85798" y1="19661" x2="75988" y2="4688"/>
                        <a14:foregroundMark x1="75988" y1="4688" x2="71157" y2="651"/>
                        <a14:foregroundMark x1="71157" y1="651" x2="72987" y2="6901"/>
                        <a14:foregroundMark x1="80600" y1="18490" x2="69839" y2="3646"/>
                        <a14:foregroundMark x1="68448" y1="2083" x2="69546" y2="1432"/>
                        <a14:foregroundMark x1="82211" y1="5078" x2="85066" y2="2474"/>
                        <a14:foregroundMark x1="85578" y1="10547" x2="86018" y2="651"/>
                        <a14:foregroundMark x1="80527" y1="5469" x2="77672" y2="2995"/>
                        <a14:foregroundMark x1="23792" y1="19271" x2="26647" y2="14453"/>
                        <a14:foregroundMark x1="26647" y1="14453" x2="22328" y2="13542"/>
                        <a14:foregroundMark x1="22328" y1="13542" x2="20132" y2="7161"/>
                        <a14:foregroundMark x1="20132" y1="7161" x2="20205" y2="3516"/>
                        <a14:foregroundMark x1="20351" y1="11589" x2="24231" y2="16276"/>
                        <a14:foregroundMark x1="24231" y1="16276" x2="24671" y2="22656"/>
                        <a14:foregroundMark x1="24671" y1="22656" x2="20425" y2="27734"/>
                        <a14:foregroundMark x1="20425" y1="27734" x2="16545" y2="25521"/>
                        <a14:foregroundMark x1="16545" y1="25521" x2="14641" y2="19010"/>
                        <a14:foregroundMark x1="14641" y1="19010" x2="14568" y2="13151"/>
                        <a14:foregroundMark x1="16032" y1="20443" x2="16398" y2="13411"/>
                        <a14:foregroundMark x1="16398" y1="13411" x2="20205" y2="10938"/>
                        <a14:foregroundMark x1="20205" y1="10938" x2="20351" y2="10938"/>
                        <a14:foregroundMark x1="17643" y1="14193" x2="21230" y2="10677"/>
                        <a14:foregroundMark x1="21230" y1="10677" x2="24451" y2="14583"/>
                        <a14:foregroundMark x1="24451" y1="14583" x2="25256" y2="20964"/>
                        <a14:foregroundMark x1="25256" y1="20964" x2="21962" y2="27604"/>
                        <a14:foregroundMark x1="21962" y1="27604" x2="17496" y2="26563"/>
                        <a14:foregroundMark x1="17277" y1="27344" x2="20205" y2="28385"/>
                        <a14:foregroundMark x1="19253" y1="29688" x2="21962" y2="28255"/>
                        <a14:foregroundMark x1="20425" y1="32292" x2="21303" y2="28385"/>
                        <a14:foregroundMark x1="16911" y1="12630" x2="20351" y2="10286"/>
                        <a14:foregroundMark x1="16984" y1="12760" x2="19839" y2="9896"/>
                        <a14:foregroundMark x1="24963" y1="16667" x2="24671" y2="23828"/>
                        <a14:foregroundMark x1="25183" y1="16667" x2="25183" y2="23307"/>
                        <a14:foregroundMark x1="25403" y1="16406" x2="25769" y2="21875"/>
                        <a14:foregroundMark x1="22987" y1="17578" x2="19034" y2="21484"/>
                        <a14:foregroundMark x1="19034" y1="21484" x2="22328" y2="21745"/>
                        <a14:foregroundMark x1="18448" y1="24479" x2="18594" y2="18229"/>
                        <a14:foregroundMark x1="18594" y1="18229" x2="20351" y2="16927"/>
                        <a14:foregroundMark x1="20278" y1="12630" x2="18521" y2="24349"/>
                        <a14:foregroundMark x1="18521" y1="24349" x2="18960" y2="25391"/>
                        <a14:foregroundMark x1="19180" y1="14063" x2="18009" y2="25260"/>
                        <a14:foregroundMark x1="18009" y1="16667" x2="18155" y2="23307"/>
                        <a14:foregroundMark x1="17570" y1="18099" x2="17496" y2="23177"/>
                        <a14:foregroundMark x1="21376" y1="29557" x2="22548" y2="27083"/>
                        <a14:foregroundMark x1="20205" y1="29427" x2="18814" y2="26302"/>
                        <a14:foregroundMark x1="86310" y1="17057" x2="87189" y2="29818"/>
                      </a14:backgroundRemoval>
                    </a14:imgEffect>
                  </a14:imgLayer>
                </a14:imgProps>
              </a:ext>
            </a:extLst>
          </a:blip>
          <a:srcRect l="51200" r="12164" b="8152"/>
          <a:stretch/>
        </p:blipFill>
        <p:spPr>
          <a:xfrm>
            <a:off x="9339884" y="1"/>
            <a:ext cx="2852115" cy="4349750"/>
          </a:xfrm>
          <a:prstGeom prst="rect">
            <a:avLst/>
          </a:prstGeom>
        </p:spPr>
      </p:pic>
    </p:spTree>
    <p:extLst>
      <p:ext uri="{BB962C8B-B14F-4D97-AF65-F5344CB8AC3E}">
        <p14:creationId xmlns:p14="http://schemas.microsoft.com/office/powerpoint/2010/main" val="36979334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2E88AC51-D933-785F-6FF3-0EAB785E7A3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6115"/>
            <a:ext cx="12192000" cy="6858000"/>
          </a:xfrm>
          <a:prstGeom prst="rect">
            <a:avLst/>
          </a:prstGeom>
        </p:spPr>
      </p:pic>
      <p:graphicFrame>
        <p:nvGraphicFramePr>
          <p:cNvPr id="7" name="Diagrama 6">
            <a:extLst>
              <a:ext uri="{FF2B5EF4-FFF2-40B4-BE49-F238E27FC236}">
                <a16:creationId xmlns:a16="http://schemas.microsoft.com/office/drawing/2014/main" id="{DAFB1767-39C6-1E8D-BD02-8A7563260A73}"/>
              </a:ext>
            </a:extLst>
          </p:cNvPr>
          <p:cNvGraphicFramePr/>
          <p:nvPr>
            <p:extLst>
              <p:ext uri="{D42A27DB-BD31-4B8C-83A1-F6EECF244321}">
                <p14:modId xmlns:p14="http://schemas.microsoft.com/office/powerpoint/2010/main" val="3640687987"/>
              </p:ext>
            </p:extLst>
          </p:nvPr>
        </p:nvGraphicFramePr>
        <p:xfrm>
          <a:off x="1645920" y="896288"/>
          <a:ext cx="8229600" cy="1143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8" name="Content Placeholder 2">
            <a:extLst>
              <a:ext uri="{FF2B5EF4-FFF2-40B4-BE49-F238E27FC236}">
                <a16:creationId xmlns:a16="http://schemas.microsoft.com/office/drawing/2014/main" id="{86BF94A6-6D3D-7CB4-A461-7A06FE3E181A}"/>
              </a:ext>
            </a:extLst>
          </p:cNvPr>
          <p:cNvSpPr>
            <a:spLocks noGrp="1"/>
          </p:cNvSpPr>
          <p:nvPr>
            <p:ph idx="1"/>
          </p:nvPr>
        </p:nvSpPr>
        <p:spPr>
          <a:xfrm>
            <a:off x="1645920" y="2212989"/>
            <a:ext cx="8229600" cy="4525963"/>
          </a:xfrm>
        </p:spPr>
        <p:txBody>
          <a:bodyPr>
            <a:normAutofit fontScale="62500" lnSpcReduction="20000"/>
          </a:bodyPr>
          <a:lstStyle/>
          <a:p>
            <a:pPr marL="0" indent="0" algn="just">
              <a:buNone/>
            </a:pPr>
            <a:r>
              <a:rPr lang="es-MX" dirty="0"/>
              <a:t>La experiencia se fundamenta en el modelo pedagógico socio-crítico y humanista de la Escuela Normal Superior de Pitalito, que concibe la educación como un proceso de formación integral que transforma la realidad social. Se articula al PEI institucional, entendiendo la escuela como espacio de ciudadanía, diálogo y reconocimiento de la diversidad. </a:t>
            </a:r>
          </a:p>
          <a:p>
            <a:pPr marL="0" indent="0" algn="just">
              <a:buNone/>
            </a:pPr>
            <a:r>
              <a:rPr lang="es-MX" dirty="0"/>
              <a:t>Integra los lineamientos de Educación Sexual Integral con enfoque de derechos, el marco CRESE (identidad, diversidad y antirracismo), la justicia restaurativa y la educación socioemocional. Metodológicamente se basa en la Enseñanza para la Comprensión (</a:t>
            </a:r>
            <a:r>
              <a:rPr lang="es-MX" dirty="0" err="1"/>
              <a:t>EpC</a:t>
            </a:r>
            <a:r>
              <a:rPr lang="es-MX" dirty="0"/>
              <a:t>), talleres pedagógicos, prácticas restaurativas, materiales didácticos y estrategias transversales desde el arte, la música y la mediación cultural.</a:t>
            </a:r>
          </a:p>
          <a:p>
            <a:pPr marL="0" indent="0" algn="just">
              <a:buNone/>
            </a:pPr>
            <a:r>
              <a:rPr lang="es-MX" dirty="0"/>
              <a:t>Su proyección en el PMI fortalece la convivencia, la salud mental, el desarrollo socioemocional y las competencias ciudadanas, consolidando una ruta pedagógica integral que atiende las necesidades de la comunidad educativa y promueve una educación inclusiva, humanizadora y transformadora.</a:t>
            </a:r>
          </a:p>
        </p:txBody>
      </p:sp>
      <p:pic>
        <p:nvPicPr>
          <p:cNvPr id="9" name="Imagen 8">
            <a:extLst>
              <a:ext uri="{FF2B5EF4-FFF2-40B4-BE49-F238E27FC236}">
                <a16:creationId xmlns:a16="http://schemas.microsoft.com/office/drawing/2014/main" id="{B6F28BD8-DC00-1D30-E02F-09C872FE62EA}"/>
              </a:ext>
            </a:extLst>
          </p:cNvPr>
          <p:cNvPicPr>
            <a:picLocks noChangeAspect="1"/>
          </p:cNvPicPr>
          <p:nvPr/>
        </p:nvPicPr>
        <p:blipFill>
          <a:blip r:embed="rId8"/>
          <a:stretch>
            <a:fillRect/>
          </a:stretch>
        </p:blipFill>
        <p:spPr>
          <a:xfrm>
            <a:off x="224705" y="5730875"/>
            <a:ext cx="922189" cy="949009"/>
          </a:xfrm>
          <a:prstGeom prst="rect">
            <a:avLst/>
          </a:prstGeom>
        </p:spPr>
      </p:pic>
      <p:pic>
        <p:nvPicPr>
          <p:cNvPr id="10" name="Imagen 9">
            <a:extLst>
              <a:ext uri="{FF2B5EF4-FFF2-40B4-BE49-F238E27FC236}">
                <a16:creationId xmlns:a16="http://schemas.microsoft.com/office/drawing/2014/main" id="{033B2458-0A17-E51B-B1D6-E3947FD323EB}"/>
              </a:ext>
            </a:extLst>
          </p:cNvPr>
          <p:cNvPicPr>
            <a:picLocks noChangeAspect="1"/>
          </p:cNvPicPr>
          <p:nvPr/>
        </p:nvPicPr>
        <p:blipFill>
          <a:blip r:embed="rId9">
            <a:extLst>
              <a:ext uri="{BEBA8EAE-BF5A-486C-A8C5-ECC9F3942E4B}">
                <a14:imgProps xmlns:a14="http://schemas.microsoft.com/office/drawing/2010/main">
                  <a14:imgLayer r:embed="rId10">
                    <a14:imgEffect>
                      <a14:backgroundRemoval t="521" b="82422" l="14568" r="87555">
                        <a14:foregroundMark x1="20059" y1="31120" x2="20937" y2="4297"/>
                        <a14:foregroundMark x1="68668" y1="10156" x2="68668" y2="10156"/>
                        <a14:foregroundMark x1="65154" y1="4688" x2="77526" y2="26432"/>
                        <a14:foregroundMark x1="83821" y1="33333" x2="87555" y2="38542"/>
                        <a14:foregroundMark x1="87555" y1="38542" x2="87555" y2="38542"/>
                        <a14:foregroundMark x1="86384" y1="9896" x2="81113" y2="3516"/>
                        <a14:foregroundMark x1="81113" y1="3516" x2="81040" y2="3255"/>
                        <a14:foregroundMark x1="72108" y1="3906" x2="84700" y2="21354"/>
                        <a14:foregroundMark x1="85286" y1="27865" x2="84553" y2="16797"/>
                        <a14:foregroundMark x1="86384" y1="30469" x2="86530" y2="13151"/>
                        <a14:foregroundMark x1="85798" y1="19661" x2="75988" y2="4688"/>
                        <a14:foregroundMark x1="75988" y1="4688" x2="71157" y2="651"/>
                        <a14:foregroundMark x1="71157" y1="651" x2="72987" y2="6901"/>
                        <a14:foregroundMark x1="80600" y1="18490" x2="69839" y2="3646"/>
                        <a14:foregroundMark x1="68448" y1="2083" x2="69546" y2="1432"/>
                        <a14:foregroundMark x1="82211" y1="5078" x2="85066" y2="2474"/>
                        <a14:foregroundMark x1="85578" y1="10547" x2="86018" y2="651"/>
                        <a14:foregroundMark x1="80527" y1="5469" x2="77672" y2="2995"/>
                        <a14:foregroundMark x1="23792" y1="19271" x2="26647" y2="14453"/>
                        <a14:foregroundMark x1="26647" y1="14453" x2="22328" y2="13542"/>
                        <a14:foregroundMark x1="22328" y1="13542" x2="20132" y2="7161"/>
                        <a14:foregroundMark x1="20132" y1="7161" x2="20205" y2="3516"/>
                        <a14:foregroundMark x1="20351" y1="11589" x2="24231" y2="16276"/>
                        <a14:foregroundMark x1="24231" y1="16276" x2="24671" y2="22656"/>
                        <a14:foregroundMark x1="24671" y1="22656" x2="20425" y2="27734"/>
                        <a14:foregroundMark x1="20425" y1="27734" x2="16545" y2="25521"/>
                        <a14:foregroundMark x1="16545" y1="25521" x2="14641" y2="19010"/>
                        <a14:foregroundMark x1="14641" y1="19010" x2="14568" y2="13151"/>
                        <a14:foregroundMark x1="16032" y1="20443" x2="16398" y2="13411"/>
                        <a14:foregroundMark x1="16398" y1="13411" x2="20205" y2="10938"/>
                        <a14:foregroundMark x1="20205" y1="10938" x2="20351" y2="10938"/>
                        <a14:foregroundMark x1="17643" y1="14193" x2="21230" y2="10677"/>
                        <a14:foregroundMark x1="21230" y1="10677" x2="24451" y2="14583"/>
                        <a14:foregroundMark x1="24451" y1="14583" x2="25256" y2="20964"/>
                        <a14:foregroundMark x1="25256" y1="20964" x2="21962" y2="27604"/>
                        <a14:foregroundMark x1="21962" y1="27604" x2="17496" y2="26563"/>
                        <a14:foregroundMark x1="17277" y1="27344" x2="20205" y2="28385"/>
                        <a14:foregroundMark x1="19253" y1="29688" x2="21962" y2="28255"/>
                        <a14:foregroundMark x1="20425" y1="32292" x2="21303" y2="28385"/>
                        <a14:foregroundMark x1="16911" y1="12630" x2="20351" y2="10286"/>
                        <a14:foregroundMark x1="16984" y1="12760" x2="19839" y2="9896"/>
                        <a14:foregroundMark x1="24963" y1="16667" x2="24671" y2="23828"/>
                        <a14:foregroundMark x1="25183" y1="16667" x2="25183" y2="23307"/>
                        <a14:foregroundMark x1="25403" y1="16406" x2="25769" y2="21875"/>
                        <a14:foregroundMark x1="22987" y1="17578" x2="19034" y2="21484"/>
                        <a14:foregroundMark x1="19034" y1="21484" x2="22328" y2="21745"/>
                        <a14:foregroundMark x1="18448" y1="24479" x2="18594" y2="18229"/>
                        <a14:foregroundMark x1="18594" y1="18229" x2="20351" y2="16927"/>
                        <a14:foregroundMark x1="20278" y1="12630" x2="18521" y2="24349"/>
                        <a14:foregroundMark x1="18521" y1="24349" x2="18960" y2="25391"/>
                        <a14:foregroundMark x1="19180" y1="14063" x2="18009" y2="25260"/>
                        <a14:foregroundMark x1="18009" y1="16667" x2="18155" y2="23307"/>
                        <a14:foregroundMark x1="17570" y1="18099" x2="17496" y2="23177"/>
                        <a14:foregroundMark x1="21376" y1="29557" x2="22548" y2="27083"/>
                        <a14:foregroundMark x1="20205" y1="29427" x2="18814" y2="26302"/>
                        <a14:foregroundMark x1="86310" y1="17057" x2="87189" y2="29818"/>
                      </a14:backgroundRemoval>
                    </a14:imgEffect>
                  </a14:imgLayer>
                </a14:imgProps>
              </a:ext>
            </a:extLst>
          </a:blip>
          <a:srcRect l="51200" r="12164" b="8152"/>
          <a:stretch/>
        </p:blipFill>
        <p:spPr>
          <a:xfrm>
            <a:off x="9339885" y="-64819"/>
            <a:ext cx="2852115" cy="4349750"/>
          </a:xfrm>
          <a:prstGeom prst="rect">
            <a:avLst/>
          </a:prstGeom>
        </p:spPr>
      </p:pic>
    </p:spTree>
    <p:extLst>
      <p:ext uri="{BB962C8B-B14F-4D97-AF65-F5344CB8AC3E}">
        <p14:creationId xmlns:p14="http://schemas.microsoft.com/office/powerpoint/2010/main" val="5683211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528CD0-7102-797F-C3D9-A885F4B9B298}"/>
            </a:ext>
          </a:extLst>
        </p:cNvPr>
        <p:cNvGrpSpPr/>
        <p:nvPr/>
      </p:nvGrpSpPr>
      <p:grpSpPr>
        <a:xfrm>
          <a:off x="0" y="0"/>
          <a:ext cx="0" cy="0"/>
          <a:chOff x="0" y="0"/>
          <a:chExt cx="0" cy="0"/>
        </a:xfrm>
      </p:grpSpPr>
      <p:pic>
        <p:nvPicPr>
          <p:cNvPr id="5" name="Imagen 4">
            <a:extLst>
              <a:ext uri="{FF2B5EF4-FFF2-40B4-BE49-F238E27FC236}">
                <a16:creationId xmlns:a16="http://schemas.microsoft.com/office/drawing/2014/main" id="{B6B75AEE-64D5-27DD-ED06-2ECBE70E4FE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graphicFrame>
        <p:nvGraphicFramePr>
          <p:cNvPr id="2" name="Diagrama 1">
            <a:extLst>
              <a:ext uri="{FF2B5EF4-FFF2-40B4-BE49-F238E27FC236}">
                <a16:creationId xmlns:a16="http://schemas.microsoft.com/office/drawing/2014/main" id="{FD8A8747-9E51-7989-429C-D1E4727804DE}"/>
              </a:ext>
            </a:extLst>
          </p:cNvPr>
          <p:cNvGraphicFramePr/>
          <p:nvPr>
            <p:extLst>
              <p:ext uri="{D42A27DB-BD31-4B8C-83A1-F6EECF244321}">
                <p14:modId xmlns:p14="http://schemas.microsoft.com/office/powerpoint/2010/main" val="159734654"/>
              </p:ext>
            </p:extLst>
          </p:nvPr>
        </p:nvGraphicFramePr>
        <p:xfrm>
          <a:off x="1668780" y="660160"/>
          <a:ext cx="8229600" cy="1143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Content Placeholder 2">
            <a:extLst>
              <a:ext uri="{FF2B5EF4-FFF2-40B4-BE49-F238E27FC236}">
                <a16:creationId xmlns:a16="http://schemas.microsoft.com/office/drawing/2014/main" id="{7CE09EF0-8BE2-9B90-3CCE-01263D992ABA}"/>
              </a:ext>
            </a:extLst>
          </p:cNvPr>
          <p:cNvSpPr>
            <a:spLocks noGrp="1"/>
          </p:cNvSpPr>
          <p:nvPr>
            <p:ph idx="1"/>
          </p:nvPr>
        </p:nvSpPr>
        <p:spPr>
          <a:xfrm>
            <a:off x="739140" y="2067598"/>
            <a:ext cx="5905500" cy="4525963"/>
          </a:xfrm>
        </p:spPr>
        <p:txBody>
          <a:bodyPr>
            <a:normAutofit fontScale="62500" lnSpcReduction="20000"/>
          </a:bodyPr>
          <a:lstStyle/>
          <a:p>
            <a:pPr marL="0" indent="0" algn="just">
              <a:buNone/>
            </a:pPr>
            <a:r>
              <a:rPr lang="es-MX" dirty="0" smtClean="0"/>
              <a:t>La experiencia responde a problemáticas reales del contexto escolar: estigmas culturales sobre identidad y equidad de género, desinformación en educación sexual, embarazo adolescente y riesgos asociados al abuso sexual infantil.</a:t>
            </a:r>
          </a:p>
          <a:p>
            <a:pPr marL="0" indent="0" algn="just">
              <a:buNone/>
            </a:pPr>
            <a:r>
              <a:rPr lang="es-MX" dirty="0" smtClean="0"/>
              <a:t>Considera la diversidad cultural, socioeconómica y territorial del municipio de Pitalito, integrando estudiantes urbanos, rurales e indígenas.</a:t>
            </a:r>
          </a:p>
          <a:p>
            <a:pPr marL="0" indent="0" algn="just">
              <a:buNone/>
            </a:pPr>
            <a:r>
              <a:rPr lang="es-MX" dirty="0" smtClean="0"/>
              <a:t>Se alinea con políticas públicas como la Ley 1620, los Lineamientos de Educación Sexual Integral, el enfoque diferencial del MEN y las orientaciones de convivencia escolar. </a:t>
            </a:r>
          </a:p>
          <a:p>
            <a:pPr marL="0" indent="0" algn="just">
              <a:buNone/>
            </a:pPr>
            <a:r>
              <a:rPr lang="es-MX" dirty="0" smtClean="0"/>
              <a:t>De esta manera, la propuesta ofrece respuestas pedagógicas y psicosociales pertinentes, contextualizadas y necesarias para la población escolar de la Normal Superior.</a:t>
            </a:r>
            <a:endParaRPr dirty="0"/>
          </a:p>
        </p:txBody>
      </p:sp>
      <p:pic>
        <p:nvPicPr>
          <p:cNvPr id="6" name="Imagen 5">
            <a:extLst>
              <a:ext uri="{FF2B5EF4-FFF2-40B4-BE49-F238E27FC236}">
                <a16:creationId xmlns:a16="http://schemas.microsoft.com/office/drawing/2014/main" id="{C99328DF-9064-CF9F-9749-2637864399CD}"/>
              </a:ext>
            </a:extLst>
          </p:cNvPr>
          <p:cNvPicPr>
            <a:picLocks noChangeAspect="1"/>
          </p:cNvPicPr>
          <p:nvPr/>
        </p:nvPicPr>
        <p:blipFill>
          <a:blip r:embed="rId8"/>
          <a:stretch>
            <a:fillRect/>
          </a:stretch>
        </p:blipFill>
        <p:spPr>
          <a:xfrm>
            <a:off x="224705" y="5730875"/>
            <a:ext cx="922189" cy="949009"/>
          </a:xfrm>
          <a:prstGeom prst="rect">
            <a:avLst/>
          </a:prstGeom>
        </p:spPr>
      </p:pic>
      <p:pic>
        <p:nvPicPr>
          <p:cNvPr id="7" name="Imagen 6">
            <a:extLst>
              <a:ext uri="{FF2B5EF4-FFF2-40B4-BE49-F238E27FC236}">
                <a16:creationId xmlns:a16="http://schemas.microsoft.com/office/drawing/2014/main" id="{F15854E9-6669-ECBB-33BB-38729EAF3B87}"/>
              </a:ext>
            </a:extLst>
          </p:cNvPr>
          <p:cNvPicPr>
            <a:picLocks noChangeAspect="1"/>
          </p:cNvPicPr>
          <p:nvPr/>
        </p:nvPicPr>
        <p:blipFill>
          <a:blip r:embed="rId9">
            <a:extLst>
              <a:ext uri="{BEBA8EAE-BF5A-486C-A8C5-ECC9F3942E4B}">
                <a14:imgProps xmlns:a14="http://schemas.microsoft.com/office/drawing/2010/main">
                  <a14:imgLayer r:embed="rId10">
                    <a14:imgEffect>
                      <a14:backgroundRemoval t="521" b="82422" l="14568" r="87555">
                        <a14:foregroundMark x1="20059" y1="31120" x2="20937" y2="4297"/>
                        <a14:foregroundMark x1="68668" y1="10156" x2="68668" y2="10156"/>
                        <a14:foregroundMark x1="65154" y1="4688" x2="77526" y2="26432"/>
                        <a14:foregroundMark x1="83821" y1="33333" x2="87555" y2="38542"/>
                        <a14:foregroundMark x1="87555" y1="38542" x2="87555" y2="38542"/>
                        <a14:foregroundMark x1="86384" y1="9896" x2="81113" y2="3516"/>
                        <a14:foregroundMark x1="81113" y1="3516" x2="81040" y2="3255"/>
                        <a14:foregroundMark x1="72108" y1="3906" x2="84700" y2="21354"/>
                        <a14:foregroundMark x1="85286" y1="27865" x2="84553" y2="16797"/>
                        <a14:foregroundMark x1="86384" y1="30469" x2="86530" y2="13151"/>
                        <a14:foregroundMark x1="85798" y1="19661" x2="75988" y2="4688"/>
                        <a14:foregroundMark x1="75988" y1="4688" x2="71157" y2="651"/>
                        <a14:foregroundMark x1="71157" y1="651" x2="72987" y2="6901"/>
                        <a14:foregroundMark x1="80600" y1="18490" x2="69839" y2="3646"/>
                        <a14:foregroundMark x1="68448" y1="2083" x2="69546" y2="1432"/>
                        <a14:foregroundMark x1="82211" y1="5078" x2="85066" y2="2474"/>
                        <a14:foregroundMark x1="85578" y1="10547" x2="86018" y2="651"/>
                        <a14:foregroundMark x1="80527" y1="5469" x2="77672" y2="2995"/>
                        <a14:foregroundMark x1="23792" y1="19271" x2="26647" y2="14453"/>
                        <a14:foregroundMark x1="26647" y1="14453" x2="22328" y2="13542"/>
                        <a14:foregroundMark x1="22328" y1="13542" x2="20132" y2="7161"/>
                        <a14:foregroundMark x1="20132" y1="7161" x2="20205" y2="3516"/>
                        <a14:foregroundMark x1="20351" y1="11589" x2="24231" y2="16276"/>
                        <a14:foregroundMark x1="24231" y1="16276" x2="24671" y2="22656"/>
                        <a14:foregroundMark x1="24671" y1="22656" x2="20425" y2="27734"/>
                        <a14:foregroundMark x1="20425" y1="27734" x2="16545" y2="25521"/>
                        <a14:foregroundMark x1="16545" y1="25521" x2="14641" y2="19010"/>
                        <a14:foregroundMark x1="14641" y1="19010" x2="14568" y2="13151"/>
                        <a14:foregroundMark x1="16032" y1="20443" x2="16398" y2="13411"/>
                        <a14:foregroundMark x1="16398" y1="13411" x2="20205" y2="10938"/>
                        <a14:foregroundMark x1="20205" y1="10938" x2="20351" y2="10938"/>
                        <a14:foregroundMark x1="17643" y1="14193" x2="21230" y2="10677"/>
                        <a14:foregroundMark x1="21230" y1="10677" x2="24451" y2="14583"/>
                        <a14:foregroundMark x1="24451" y1="14583" x2="25256" y2="20964"/>
                        <a14:foregroundMark x1="25256" y1="20964" x2="21962" y2="27604"/>
                        <a14:foregroundMark x1="21962" y1="27604" x2="17496" y2="26563"/>
                        <a14:foregroundMark x1="17277" y1="27344" x2="20205" y2="28385"/>
                        <a14:foregroundMark x1="19253" y1="29688" x2="21962" y2="28255"/>
                        <a14:foregroundMark x1="20425" y1="32292" x2="21303" y2="28385"/>
                        <a14:foregroundMark x1="16911" y1="12630" x2="20351" y2="10286"/>
                        <a14:foregroundMark x1="16984" y1="12760" x2="19839" y2="9896"/>
                        <a14:foregroundMark x1="24963" y1="16667" x2="24671" y2="23828"/>
                        <a14:foregroundMark x1="25183" y1="16667" x2="25183" y2="23307"/>
                        <a14:foregroundMark x1="25403" y1="16406" x2="25769" y2="21875"/>
                        <a14:foregroundMark x1="22987" y1="17578" x2="19034" y2="21484"/>
                        <a14:foregroundMark x1="19034" y1="21484" x2="22328" y2="21745"/>
                        <a14:foregroundMark x1="18448" y1="24479" x2="18594" y2="18229"/>
                        <a14:foregroundMark x1="18594" y1="18229" x2="20351" y2="16927"/>
                        <a14:foregroundMark x1="20278" y1="12630" x2="18521" y2="24349"/>
                        <a14:foregroundMark x1="18521" y1="24349" x2="18960" y2="25391"/>
                        <a14:foregroundMark x1="19180" y1="14063" x2="18009" y2="25260"/>
                        <a14:foregroundMark x1="18009" y1="16667" x2="18155" y2="23307"/>
                        <a14:foregroundMark x1="17570" y1="18099" x2="17496" y2="23177"/>
                        <a14:foregroundMark x1="21376" y1="29557" x2="22548" y2="27083"/>
                        <a14:foregroundMark x1="20205" y1="29427" x2="18814" y2="26302"/>
                        <a14:foregroundMark x1="86310" y1="17057" x2="87189" y2="29818"/>
                      </a14:backgroundRemoval>
                    </a14:imgEffect>
                  </a14:imgLayer>
                </a14:imgProps>
              </a:ext>
            </a:extLst>
          </a:blip>
          <a:srcRect l="51200" r="12164" b="8152"/>
          <a:stretch/>
        </p:blipFill>
        <p:spPr>
          <a:xfrm>
            <a:off x="9339885" y="0"/>
            <a:ext cx="2852115" cy="4349750"/>
          </a:xfrm>
          <a:prstGeom prst="rect">
            <a:avLst/>
          </a:prstGeom>
        </p:spPr>
      </p:pic>
      <p:pic>
        <p:nvPicPr>
          <p:cNvPr id="8" name="Imagen 7">
            <a:extLst>
              <a:ext uri="{FF2B5EF4-FFF2-40B4-BE49-F238E27FC236}">
                <a16:creationId xmlns:a16="http://schemas.microsoft.com/office/drawing/2014/main" id="{352B3BB6-10E2-718B-C976-51DAF38583FC}"/>
              </a:ext>
            </a:extLst>
          </p:cNvPr>
          <p:cNvPicPr>
            <a:picLocks noChangeAspect="1"/>
          </p:cNvPicPr>
          <p:nvPr/>
        </p:nvPicPr>
        <p:blipFill>
          <a:blip r:embed="rId11">
            <a:extLst>
              <a:ext uri="{28A0092B-C50C-407E-A947-70E740481C1C}">
                <a14:useLocalDpi xmlns:a14="http://schemas.microsoft.com/office/drawing/2010/main" val="0"/>
              </a:ext>
            </a:extLst>
          </a:blip>
          <a:srcRect t="22222"/>
          <a:stretch/>
        </p:blipFill>
        <p:spPr>
          <a:xfrm>
            <a:off x="7018401" y="1897747"/>
            <a:ext cx="4205478" cy="4361237"/>
          </a:xfrm>
          <a:prstGeom prst="snip2DiagRect">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16685334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1F368CA2-4FB3-1EDE-CA76-9CC85A307BE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270"/>
            <a:ext cx="12192000" cy="6858000"/>
          </a:xfrm>
          <a:prstGeom prst="rect">
            <a:avLst/>
          </a:prstGeom>
        </p:spPr>
      </p:pic>
      <p:graphicFrame>
        <p:nvGraphicFramePr>
          <p:cNvPr id="6" name="Diagrama 5">
            <a:extLst>
              <a:ext uri="{FF2B5EF4-FFF2-40B4-BE49-F238E27FC236}">
                <a16:creationId xmlns:a16="http://schemas.microsoft.com/office/drawing/2014/main" id="{EFE567D3-4DA4-45B3-7C1A-3DF3B7898ED8}"/>
              </a:ext>
            </a:extLst>
          </p:cNvPr>
          <p:cNvGraphicFramePr/>
          <p:nvPr>
            <p:extLst>
              <p:ext uri="{D42A27DB-BD31-4B8C-83A1-F6EECF244321}">
                <p14:modId xmlns:p14="http://schemas.microsoft.com/office/powerpoint/2010/main" val="1105451773"/>
              </p:ext>
            </p:extLst>
          </p:nvPr>
        </p:nvGraphicFramePr>
        <p:xfrm>
          <a:off x="1828800" y="1029018"/>
          <a:ext cx="8229600" cy="1143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7" name="Content Placeholder 2">
            <a:extLst>
              <a:ext uri="{FF2B5EF4-FFF2-40B4-BE49-F238E27FC236}">
                <a16:creationId xmlns:a16="http://schemas.microsoft.com/office/drawing/2014/main" id="{76D443E7-86F8-4BEC-FFEB-5B2E752FBECB}"/>
              </a:ext>
            </a:extLst>
          </p:cNvPr>
          <p:cNvSpPr txBox="1">
            <a:spLocks/>
          </p:cNvSpPr>
          <p:nvPr/>
        </p:nvSpPr>
        <p:spPr>
          <a:xfrm>
            <a:off x="5943599" y="2330768"/>
            <a:ext cx="6023695" cy="4527232"/>
          </a:xfrm>
          <a:prstGeom prst="rect">
            <a:avLst/>
          </a:prstGeom>
        </p:spPr>
        <p:txBody>
          <a:bodyPr vert="horz" lIns="91440" tIns="45720" rIns="91440" bIns="45720" rtlCol="0">
            <a:no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gn="just">
              <a:buFont typeface="Arial"/>
              <a:buNone/>
            </a:pPr>
            <a:r>
              <a:rPr lang="es-MX" sz="1500" dirty="0">
                <a:latin typeface="+mj-lt"/>
              </a:rPr>
              <a:t>Existe coherencia entre:</a:t>
            </a:r>
          </a:p>
          <a:p>
            <a:pPr algn="just"/>
            <a:r>
              <a:rPr lang="es-MX" sz="1500" b="1" dirty="0">
                <a:latin typeface="+mj-lt"/>
              </a:rPr>
              <a:t>Objetivo general</a:t>
            </a:r>
            <a:r>
              <a:rPr lang="es-MX" sz="1500" dirty="0">
                <a:latin typeface="+mj-lt"/>
              </a:rPr>
              <a:t>: promover una educación sexual inclusiva y de equidad.</a:t>
            </a:r>
          </a:p>
          <a:p>
            <a:pPr algn="just"/>
            <a:r>
              <a:rPr lang="es-MX" sz="1500" b="1" dirty="0">
                <a:latin typeface="+mj-lt"/>
              </a:rPr>
              <a:t>Objetivos específicos: </a:t>
            </a:r>
            <a:r>
              <a:rPr lang="es-MX" sz="1500" dirty="0">
                <a:latin typeface="+mj-lt"/>
              </a:rPr>
              <a:t>identidad, enfoque diferencial, autocuidado, convivencia pacífica y transversalidad.</a:t>
            </a:r>
          </a:p>
          <a:p>
            <a:pPr algn="just"/>
            <a:r>
              <a:rPr lang="es-MX" sz="1500" dirty="0">
                <a:latin typeface="+mj-lt"/>
              </a:rPr>
              <a:t>Acciones desarrolladas: talleres vivenciales, prácticas restaurativas, materiales pedagógicos, entregas de kits de higiene menstrual, articulación con áreas académicas.</a:t>
            </a:r>
          </a:p>
          <a:p>
            <a:pPr algn="just"/>
            <a:r>
              <a:rPr lang="es-MX" sz="1500" dirty="0">
                <a:latin typeface="+mj-lt"/>
              </a:rPr>
              <a:t>Resultados: mayor comprensión de la diversidad, fortalecimiento socioemocional, disminución de estigmas y mejoras en la convivencia.</a:t>
            </a:r>
          </a:p>
          <a:p>
            <a:pPr marL="0" indent="0" algn="just">
              <a:buFont typeface="Arial"/>
              <a:buNone/>
            </a:pPr>
            <a:r>
              <a:rPr lang="es-MX" sz="1500" dirty="0">
                <a:latin typeface="+mj-lt"/>
              </a:rPr>
              <a:t>La experiencia se sostiene sobre una estructura metodológica clara y secuenciada, con acciones alineadas al diagnóstico y a las necesidades de la comunidad educativa.</a:t>
            </a:r>
          </a:p>
        </p:txBody>
      </p:sp>
      <p:pic>
        <p:nvPicPr>
          <p:cNvPr id="8" name="Imagen 7">
            <a:extLst>
              <a:ext uri="{FF2B5EF4-FFF2-40B4-BE49-F238E27FC236}">
                <a16:creationId xmlns:a16="http://schemas.microsoft.com/office/drawing/2014/main" id="{C408C248-0AA4-EFB7-998A-BFB146C323FB}"/>
              </a:ext>
            </a:extLst>
          </p:cNvPr>
          <p:cNvPicPr>
            <a:picLocks noChangeAspect="1"/>
          </p:cNvPicPr>
          <p:nvPr/>
        </p:nvPicPr>
        <p:blipFill>
          <a:blip r:embed="rId8"/>
          <a:stretch>
            <a:fillRect/>
          </a:stretch>
        </p:blipFill>
        <p:spPr>
          <a:xfrm>
            <a:off x="224705" y="5730875"/>
            <a:ext cx="922189" cy="949009"/>
          </a:xfrm>
          <a:prstGeom prst="rect">
            <a:avLst/>
          </a:prstGeom>
        </p:spPr>
      </p:pic>
      <p:pic>
        <p:nvPicPr>
          <p:cNvPr id="9" name="Imagen 8">
            <a:extLst>
              <a:ext uri="{FF2B5EF4-FFF2-40B4-BE49-F238E27FC236}">
                <a16:creationId xmlns:a16="http://schemas.microsoft.com/office/drawing/2014/main" id="{24ED778C-C474-C5BF-9124-83C90E641EA1}"/>
              </a:ext>
            </a:extLst>
          </p:cNvPr>
          <p:cNvPicPr>
            <a:picLocks noChangeAspect="1"/>
          </p:cNvPicPr>
          <p:nvPr/>
        </p:nvPicPr>
        <p:blipFill>
          <a:blip r:embed="rId9">
            <a:extLst>
              <a:ext uri="{BEBA8EAE-BF5A-486C-A8C5-ECC9F3942E4B}">
                <a14:imgProps xmlns:a14="http://schemas.microsoft.com/office/drawing/2010/main">
                  <a14:imgLayer r:embed="rId10">
                    <a14:imgEffect>
                      <a14:backgroundRemoval t="521" b="82422" l="14568" r="87555">
                        <a14:foregroundMark x1="20059" y1="31120" x2="20937" y2="4297"/>
                        <a14:foregroundMark x1="68668" y1="10156" x2="68668" y2="10156"/>
                        <a14:foregroundMark x1="65154" y1="4688" x2="77526" y2="26432"/>
                        <a14:foregroundMark x1="83821" y1="33333" x2="87555" y2="38542"/>
                        <a14:foregroundMark x1="87555" y1="38542" x2="87555" y2="38542"/>
                        <a14:foregroundMark x1="86384" y1="9896" x2="81113" y2="3516"/>
                        <a14:foregroundMark x1="81113" y1="3516" x2="81040" y2="3255"/>
                        <a14:foregroundMark x1="72108" y1="3906" x2="84700" y2="21354"/>
                        <a14:foregroundMark x1="85286" y1="27865" x2="84553" y2="16797"/>
                        <a14:foregroundMark x1="86384" y1="30469" x2="86530" y2="13151"/>
                        <a14:foregroundMark x1="85798" y1="19661" x2="75988" y2="4688"/>
                        <a14:foregroundMark x1="75988" y1="4688" x2="71157" y2="651"/>
                        <a14:foregroundMark x1="71157" y1="651" x2="72987" y2="6901"/>
                        <a14:foregroundMark x1="80600" y1="18490" x2="69839" y2="3646"/>
                        <a14:foregroundMark x1="68448" y1="2083" x2="69546" y2="1432"/>
                        <a14:foregroundMark x1="82211" y1="5078" x2="85066" y2="2474"/>
                        <a14:foregroundMark x1="85578" y1="10547" x2="86018" y2="651"/>
                        <a14:foregroundMark x1="80527" y1="5469" x2="77672" y2="2995"/>
                        <a14:foregroundMark x1="23792" y1="19271" x2="26647" y2="14453"/>
                        <a14:foregroundMark x1="26647" y1="14453" x2="22328" y2="13542"/>
                        <a14:foregroundMark x1="22328" y1="13542" x2="20132" y2="7161"/>
                        <a14:foregroundMark x1="20132" y1="7161" x2="20205" y2="3516"/>
                        <a14:foregroundMark x1="20351" y1="11589" x2="24231" y2="16276"/>
                        <a14:foregroundMark x1="24231" y1="16276" x2="24671" y2="22656"/>
                        <a14:foregroundMark x1="24671" y1="22656" x2="20425" y2="27734"/>
                        <a14:foregroundMark x1="20425" y1="27734" x2="16545" y2="25521"/>
                        <a14:foregroundMark x1="16545" y1="25521" x2="14641" y2="19010"/>
                        <a14:foregroundMark x1="14641" y1="19010" x2="14568" y2="13151"/>
                        <a14:foregroundMark x1="16032" y1="20443" x2="16398" y2="13411"/>
                        <a14:foregroundMark x1="16398" y1="13411" x2="20205" y2="10938"/>
                        <a14:foregroundMark x1="20205" y1="10938" x2="20351" y2="10938"/>
                        <a14:foregroundMark x1="17643" y1="14193" x2="21230" y2="10677"/>
                        <a14:foregroundMark x1="21230" y1="10677" x2="24451" y2="14583"/>
                        <a14:foregroundMark x1="24451" y1="14583" x2="25256" y2="20964"/>
                        <a14:foregroundMark x1="25256" y1="20964" x2="21962" y2="27604"/>
                        <a14:foregroundMark x1="21962" y1="27604" x2="17496" y2="26563"/>
                        <a14:foregroundMark x1="17277" y1="27344" x2="20205" y2="28385"/>
                        <a14:foregroundMark x1="19253" y1="29688" x2="21962" y2="28255"/>
                        <a14:foregroundMark x1="20425" y1="32292" x2="21303" y2="28385"/>
                        <a14:foregroundMark x1="16911" y1="12630" x2="20351" y2="10286"/>
                        <a14:foregroundMark x1="16984" y1="12760" x2="19839" y2="9896"/>
                        <a14:foregroundMark x1="24963" y1="16667" x2="24671" y2="23828"/>
                        <a14:foregroundMark x1="25183" y1="16667" x2="25183" y2="23307"/>
                        <a14:foregroundMark x1="25403" y1="16406" x2="25769" y2="21875"/>
                        <a14:foregroundMark x1="22987" y1="17578" x2="19034" y2="21484"/>
                        <a14:foregroundMark x1="19034" y1="21484" x2="22328" y2="21745"/>
                        <a14:foregroundMark x1="18448" y1="24479" x2="18594" y2="18229"/>
                        <a14:foregroundMark x1="18594" y1="18229" x2="20351" y2="16927"/>
                        <a14:foregroundMark x1="20278" y1="12630" x2="18521" y2="24349"/>
                        <a14:foregroundMark x1="18521" y1="24349" x2="18960" y2="25391"/>
                        <a14:foregroundMark x1="19180" y1="14063" x2="18009" y2="25260"/>
                        <a14:foregroundMark x1="18009" y1="16667" x2="18155" y2="23307"/>
                        <a14:foregroundMark x1="17570" y1="18099" x2="17496" y2="23177"/>
                        <a14:foregroundMark x1="21376" y1="29557" x2="22548" y2="27083"/>
                        <a14:foregroundMark x1="20205" y1="29427" x2="18814" y2="26302"/>
                        <a14:foregroundMark x1="86310" y1="17057" x2="87189" y2="29818"/>
                      </a14:backgroundRemoval>
                    </a14:imgEffect>
                  </a14:imgLayer>
                </a14:imgProps>
              </a:ext>
            </a:extLst>
          </a:blip>
          <a:srcRect l="51200" r="12164" b="8152"/>
          <a:stretch/>
        </p:blipFill>
        <p:spPr>
          <a:xfrm>
            <a:off x="9339885" y="-2857"/>
            <a:ext cx="2852115" cy="4349750"/>
          </a:xfrm>
          <a:prstGeom prst="rect">
            <a:avLst/>
          </a:prstGeom>
        </p:spPr>
      </p:pic>
      <p:pic>
        <p:nvPicPr>
          <p:cNvPr id="3" name="Imagen 2">
            <a:extLst>
              <a:ext uri="{FF2B5EF4-FFF2-40B4-BE49-F238E27FC236}">
                <a16:creationId xmlns:a16="http://schemas.microsoft.com/office/drawing/2014/main" id="{3A568F07-3B92-7C23-628A-79C6EB772844}"/>
              </a:ext>
            </a:extLst>
          </p:cNvPr>
          <p:cNvPicPr>
            <a:picLocks noChangeAspect="1"/>
          </p:cNvPicPr>
          <p:nvPr/>
        </p:nvPicPr>
        <p:blipFill>
          <a:blip r:embed="rId11">
            <a:extLst>
              <a:ext uri="{28A0092B-C50C-407E-A947-70E740481C1C}">
                <a14:useLocalDpi xmlns:a14="http://schemas.microsoft.com/office/drawing/2010/main" val="0"/>
              </a:ext>
            </a:extLst>
          </a:blip>
          <a:srcRect l="8500" t="15005" r="5000" b="7556"/>
          <a:stretch/>
        </p:blipFill>
        <p:spPr>
          <a:xfrm>
            <a:off x="997103" y="2347844"/>
            <a:ext cx="4693920" cy="3965394"/>
          </a:xfrm>
          <a:prstGeom prst="snip2DiagRect">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37313785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1F368CA2-4FB3-1EDE-CA76-9CC85A307BE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graphicFrame>
        <p:nvGraphicFramePr>
          <p:cNvPr id="7" name="Diagrama 6">
            <a:extLst>
              <a:ext uri="{FF2B5EF4-FFF2-40B4-BE49-F238E27FC236}">
                <a16:creationId xmlns:a16="http://schemas.microsoft.com/office/drawing/2014/main" id="{C89304F7-0A62-2031-54A2-BE3B30D62103}"/>
              </a:ext>
            </a:extLst>
          </p:cNvPr>
          <p:cNvGraphicFramePr/>
          <p:nvPr>
            <p:extLst>
              <p:ext uri="{D42A27DB-BD31-4B8C-83A1-F6EECF244321}">
                <p14:modId xmlns:p14="http://schemas.microsoft.com/office/powerpoint/2010/main" val="277164331"/>
              </p:ext>
            </p:extLst>
          </p:nvPr>
        </p:nvGraphicFramePr>
        <p:xfrm>
          <a:off x="1737360" y="663258"/>
          <a:ext cx="8229600" cy="1143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8" name="Content Placeholder 2">
            <a:extLst>
              <a:ext uri="{FF2B5EF4-FFF2-40B4-BE49-F238E27FC236}">
                <a16:creationId xmlns:a16="http://schemas.microsoft.com/office/drawing/2014/main" id="{0043FED7-18D5-CD66-2A6F-447F377E0DF0}"/>
              </a:ext>
            </a:extLst>
          </p:cNvPr>
          <p:cNvSpPr>
            <a:spLocks noGrp="1"/>
          </p:cNvSpPr>
          <p:nvPr>
            <p:ph idx="1"/>
          </p:nvPr>
        </p:nvSpPr>
        <p:spPr>
          <a:xfrm>
            <a:off x="420914" y="1988820"/>
            <a:ext cx="6147526" cy="4525963"/>
          </a:xfrm>
        </p:spPr>
        <p:txBody>
          <a:bodyPr>
            <a:noAutofit/>
          </a:bodyPr>
          <a:lstStyle/>
          <a:p>
            <a:pPr marL="0" indent="0">
              <a:buNone/>
            </a:pPr>
            <a:r>
              <a:rPr lang="es-MX" sz="1800" b="0" i="0" dirty="0">
                <a:effectLst/>
                <a:latin typeface="+mj-lt"/>
              </a:rPr>
              <a:t>La propuesta evidencia consolidación y mejora continua:</a:t>
            </a:r>
          </a:p>
          <a:p>
            <a:r>
              <a:rPr lang="es-MX" sz="1800" b="0" i="0" dirty="0">
                <a:effectLst/>
                <a:latin typeface="+mj-lt"/>
              </a:rPr>
              <a:t>Evolución desde actividades aisladas hacia una estrategia integral, participativa y transversal.</a:t>
            </a:r>
          </a:p>
          <a:p>
            <a:r>
              <a:rPr lang="es-MX" sz="1800" b="0" i="0" dirty="0">
                <a:effectLst/>
                <a:latin typeface="+mj-lt"/>
              </a:rPr>
              <a:t>Reorganización de talleres, materiales, instrumentos y mecanismos de seguimiento.</a:t>
            </a:r>
          </a:p>
          <a:p>
            <a:r>
              <a:rPr lang="es-MX" sz="1800" b="0" i="0" dirty="0">
                <a:effectLst/>
                <a:latin typeface="+mj-lt"/>
              </a:rPr>
              <a:t>Ajustes metodológicos según niveles educativos.</a:t>
            </a:r>
          </a:p>
          <a:p>
            <a:r>
              <a:rPr lang="es-MX" sz="1800" b="0" i="0" dirty="0">
                <a:effectLst/>
                <a:latin typeface="+mj-lt"/>
              </a:rPr>
              <a:t>Inclusión de prácticas restaurativas, materiales actualizados y fortalecimiento de alianzas con familias y docentes.</a:t>
            </a:r>
          </a:p>
          <a:p>
            <a:pPr marL="0" indent="0">
              <a:buNone/>
            </a:pPr>
            <a:r>
              <a:rPr lang="es-MX" sz="1800" b="0" i="0" dirty="0">
                <a:effectLst/>
                <a:latin typeface="+mj-lt"/>
              </a:rPr>
              <a:t>El análisis constante permite retroalimentar el proceso y enriquecer la práctica pedagógica.</a:t>
            </a:r>
            <a:endParaRPr sz="1800" dirty="0">
              <a:latin typeface="+mj-lt"/>
            </a:endParaRPr>
          </a:p>
        </p:txBody>
      </p:sp>
      <p:pic>
        <p:nvPicPr>
          <p:cNvPr id="9" name="Imagen 8">
            <a:extLst>
              <a:ext uri="{FF2B5EF4-FFF2-40B4-BE49-F238E27FC236}">
                <a16:creationId xmlns:a16="http://schemas.microsoft.com/office/drawing/2014/main" id="{7E0D8673-DF93-3040-25D2-BAEAD33AFCDF}"/>
              </a:ext>
            </a:extLst>
          </p:cNvPr>
          <p:cNvPicPr>
            <a:picLocks noChangeAspect="1"/>
          </p:cNvPicPr>
          <p:nvPr/>
        </p:nvPicPr>
        <p:blipFill>
          <a:blip r:embed="rId8"/>
          <a:stretch>
            <a:fillRect/>
          </a:stretch>
        </p:blipFill>
        <p:spPr>
          <a:xfrm>
            <a:off x="224705" y="5730875"/>
            <a:ext cx="922189" cy="949009"/>
          </a:xfrm>
          <a:prstGeom prst="rect">
            <a:avLst/>
          </a:prstGeom>
        </p:spPr>
      </p:pic>
      <p:pic>
        <p:nvPicPr>
          <p:cNvPr id="10" name="Imagen 9">
            <a:extLst>
              <a:ext uri="{FF2B5EF4-FFF2-40B4-BE49-F238E27FC236}">
                <a16:creationId xmlns:a16="http://schemas.microsoft.com/office/drawing/2014/main" id="{0E4D10AA-ED3D-EA5E-D930-8516D90FAF2E}"/>
              </a:ext>
            </a:extLst>
          </p:cNvPr>
          <p:cNvPicPr>
            <a:picLocks noChangeAspect="1"/>
          </p:cNvPicPr>
          <p:nvPr/>
        </p:nvPicPr>
        <p:blipFill>
          <a:blip r:embed="rId9">
            <a:extLst>
              <a:ext uri="{BEBA8EAE-BF5A-486C-A8C5-ECC9F3942E4B}">
                <a14:imgProps xmlns:a14="http://schemas.microsoft.com/office/drawing/2010/main">
                  <a14:imgLayer r:embed="rId10">
                    <a14:imgEffect>
                      <a14:backgroundRemoval t="521" b="82422" l="14568" r="87555">
                        <a14:foregroundMark x1="20059" y1="31120" x2="20937" y2="4297"/>
                        <a14:foregroundMark x1="68668" y1="10156" x2="68668" y2="10156"/>
                        <a14:foregroundMark x1="65154" y1="4688" x2="77526" y2="26432"/>
                        <a14:foregroundMark x1="83821" y1="33333" x2="87555" y2="38542"/>
                        <a14:foregroundMark x1="87555" y1="38542" x2="87555" y2="38542"/>
                        <a14:foregroundMark x1="86384" y1="9896" x2="81113" y2="3516"/>
                        <a14:foregroundMark x1="81113" y1="3516" x2="81040" y2="3255"/>
                        <a14:foregroundMark x1="72108" y1="3906" x2="84700" y2="21354"/>
                        <a14:foregroundMark x1="85286" y1="27865" x2="84553" y2="16797"/>
                        <a14:foregroundMark x1="86384" y1="30469" x2="86530" y2="13151"/>
                        <a14:foregroundMark x1="85798" y1="19661" x2="75988" y2="4688"/>
                        <a14:foregroundMark x1="75988" y1="4688" x2="71157" y2="651"/>
                        <a14:foregroundMark x1="71157" y1="651" x2="72987" y2="6901"/>
                        <a14:foregroundMark x1="80600" y1="18490" x2="69839" y2="3646"/>
                        <a14:foregroundMark x1="68448" y1="2083" x2="69546" y2="1432"/>
                        <a14:foregroundMark x1="82211" y1="5078" x2="85066" y2="2474"/>
                        <a14:foregroundMark x1="85578" y1="10547" x2="86018" y2="651"/>
                        <a14:foregroundMark x1="80527" y1="5469" x2="77672" y2="2995"/>
                        <a14:foregroundMark x1="23792" y1="19271" x2="26647" y2="14453"/>
                        <a14:foregroundMark x1="26647" y1="14453" x2="22328" y2="13542"/>
                        <a14:foregroundMark x1="22328" y1="13542" x2="20132" y2="7161"/>
                        <a14:foregroundMark x1="20132" y1="7161" x2="20205" y2="3516"/>
                        <a14:foregroundMark x1="20351" y1="11589" x2="24231" y2="16276"/>
                        <a14:foregroundMark x1="24231" y1="16276" x2="24671" y2="22656"/>
                        <a14:foregroundMark x1="24671" y1="22656" x2="20425" y2="27734"/>
                        <a14:foregroundMark x1="20425" y1="27734" x2="16545" y2="25521"/>
                        <a14:foregroundMark x1="16545" y1="25521" x2="14641" y2="19010"/>
                        <a14:foregroundMark x1="14641" y1="19010" x2="14568" y2="13151"/>
                        <a14:foregroundMark x1="16032" y1="20443" x2="16398" y2="13411"/>
                        <a14:foregroundMark x1="16398" y1="13411" x2="20205" y2="10938"/>
                        <a14:foregroundMark x1="20205" y1="10938" x2="20351" y2="10938"/>
                        <a14:foregroundMark x1="17643" y1="14193" x2="21230" y2="10677"/>
                        <a14:foregroundMark x1="21230" y1="10677" x2="24451" y2="14583"/>
                        <a14:foregroundMark x1="24451" y1="14583" x2="25256" y2="20964"/>
                        <a14:foregroundMark x1="25256" y1="20964" x2="21962" y2="27604"/>
                        <a14:foregroundMark x1="21962" y1="27604" x2="17496" y2="26563"/>
                        <a14:foregroundMark x1="17277" y1="27344" x2="20205" y2="28385"/>
                        <a14:foregroundMark x1="19253" y1="29688" x2="21962" y2="28255"/>
                        <a14:foregroundMark x1="20425" y1="32292" x2="21303" y2="28385"/>
                        <a14:foregroundMark x1="16911" y1="12630" x2="20351" y2="10286"/>
                        <a14:foregroundMark x1="16984" y1="12760" x2="19839" y2="9896"/>
                        <a14:foregroundMark x1="24963" y1="16667" x2="24671" y2="23828"/>
                        <a14:foregroundMark x1="25183" y1="16667" x2="25183" y2="23307"/>
                        <a14:foregroundMark x1="25403" y1="16406" x2="25769" y2="21875"/>
                        <a14:foregroundMark x1="22987" y1="17578" x2="19034" y2="21484"/>
                        <a14:foregroundMark x1="19034" y1="21484" x2="22328" y2="21745"/>
                        <a14:foregroundMark x1="18448" y1="24479" x2="18594" y2="18229"/>
                        <a14:foregroundMark x1="18594" y1="18229" x2="20351" y2="16927"/>
                        <a14:foregroundMark x1="20278" y1="12630" x2="18521" y2="24349"/>
                        <a14:foregroundMark x1="18521" y1="24349" x2="18960" y2="25391"/>
                        <a14:foregroundMark x1="19180" y1="14063" x2="18009" y2="25260"/>
                        <a14:foregroundMark x1="18009" y1="16667" x2="18155" y2="23307"/>
                        <a14:foregroundMark x1="17570" y1="18099" x2="17496" y2="23177"/>
                        <a14:foregroundMark x1="21376" y1="29557" x2="22548" y2="27083"/>
                        <a14:foregroundMark x1="20205" y1="29427" x2="18814" y2="26302"/>
                        <a14:foregroundMark x1="86310" y1="17057" x2="87189" y2="29818"/>
                      </a14:backgroundRemoval>
                    </a14:imgEffect>
                  </a14:imgLayer>
                </a14:imgProps>
              </a:ext>
            </a:extLst>
          </a:blip>
          <a:srcRect l="51200" r="12164" b="8152"/>
          <a:stretch/>
        </p:blipFill>
        <p:spPr>
          <a:xfrm>
            <a:off x="9339884" y="1"/>
            <a:ext cx="2852115" cy="4349750"/>
          </a:xfrm>
          <a:prstGeom prst="rect">
            <a:avLst/>
          </a:prstGeom>
        </p:spPr>
      </p:pic>
      <p:pic>
        <p:nvPicPr>
          <p:cNvPr id="3" name="Imagen 2">
            <a:extLst>
              <a:ext uri="{FF2B5EF4-FFF2-40B4-BE49-F238E27FC236}">
                <a16:creationId xmlns:a16="http://schemas.microsoft.com/office/drawing/2014/main" id="{73306A7C-33B4-44A8-195C-E91C41EB6DDE}"/>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6724831" y="1831499"/>
            <a:ext cx="4373880" cy="4373880"/>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Tree>
    <p:extLst>
      <p:ext uri="{BB962C8B-B14F-4D97-AF65-F5344CB8AC3E}">
        <p14:creationId xmlns:p14="http://schemas.microsoft.com/office/powerpoint/2010/main" val="23952451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1F368CA2-4FB3-1EDE-CA76-9CC85A307BE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graphicFrame>
        <p:nvGraphicFramePr>
          <p:cNvPr id="9" name="Diagrama 8">
            <a:extLst>
              <a:ext uri="{FF2B5EF4-FFF2-40B4-BE49-F238E27FC236}">
                <a16:creationId xmlns:a16="http://schemas.microsoft.com/office/drawing/2014/main" id="{9420230E-9851-C4CC-EADD-F0736252DE83}"/>
              </a:ext>
            </a:extLst>
          </p:cNvPr>
          <p:cNvGraphicFramePr/>
          <p:nvPr>
            <p:extLst>
              <p:ext uri="{D42A27DB-BD31-4B8C-83A1-F6EECF244321}">
                <p14:modId xmlns:p14="http://schemas.microsoft.com/office/powerpoint/2010/main" val="199403707"/>
              </p:ext>
            </p:extLst>
          </p:nvPr>
        </p:nvGraphicFramePr>
        <p:xfrm>
          <a:off x="1981200" y="663258"/>
          <a:ext cx="8229600" cy="1143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0" name="Content Placeholder 2">
            <a:extLst>
              <a:ext uri="{FF2B5EF4-FFF2-40B4-BE49-F238E27FC236}">
                <a16:creationId xmlns:a16="http://schemas.microsoft.com/office/drawing/2014/main" id="{6608088F-336E-9696-2C52-FD65D86D8E05}"/>
              </a:ext>
            </a:extLst>
          </p:cNvPr>
          <p:cNvSpPr>
            <a:spLocks noGrp="1"/>
          </p:cNvSpPr>
          <p:nvPr>
            <p:ph idx="1"/>
          </p:nvPr>
        </p:nvSpPr>
        <p:spPr>
          <a:xfrm>
            <a:off x="4187105" y="2069147"/>
            <a:ext cx="8229600" cy="4525963"/>
          </a:xfrm>
        </p:spPr>
        <p:txBody>
          <a:bodyPr>
            <a:normAutofit fontScale="77500" lnSpcReduction="20000"/>
          </a:bodyPr>
          <a:lstStyle/>
          <a:p>
            <a:pPr marL="0" indent="0">
              <a:buNone/>
            </a:pPr>
            <a:r>
              <a:rPr lang="es-MX" b="0" i="0" dirty="0">
                <a:effectLst/>
                <a:latin typeface="+mj-lt"/>
              </a:rPr>
              <a:t>La experiencia involucra de manera activa a:</a:t>
            </a:r>
          </a:p>
          <a:p>
            <a:r>
              <a:rPr lang="es-MX" b="1" i="0" dirty="0">
                <a:effectLst/>
                <a:latin typeface="+mj-lt"/>
              </a:rPr>
              <a:t>Estudiantes</a:t>
            </a:r>
            <a:r>
              <a:rPr lang="es-MX" b="0" i="0" dirty="0">
                <a:effectLst/>
                <a:latin typeface="+mj-lt"/>
              </a:rPr>
              <a:t>: participación en talleres, círculos restaurativos, actividades artísticas.</a:t>
            </a:r>
          </a:p>
          <a:p>
            <a:r>
              <a:rPr lang="es-MX" b="1" i="0" dirty="0">
                <a:effectLst/>
                <a:latin typeface="+mj-lt"/>
              </a:rPr>
              <a:t>Docentes</a:t>
            </a:r>
            <a:r>
              <a:rPr lang="es-MX" b="0" i="0" dirty="0">
                <a:effectLst/>
                <a:latin typeface="+mj-lt"/>
              </a:rPr>
              <a:t>: articulación curricular y acompañamiento en procesos psicoeducativos.</a:t>
            </a:r>
          </a:p>
          <a:p>
            <a:r>
              <a:rPr lang="es-MX" b="1" i="0" dirty="0">
                <a:effectLst/>
                <a:latin typeface="+mj-lt"/>
              </a:rPr>
              <a:t>Directivos</a:t>
            </a:r>
            <a:r>
              <a:rPr lang="es-MX" b="0" i="0" dirty="0">
                <a:effectLst/>
                <a:latin typeface="+mj-lt"/>
              </a:rPr>
              <a:t>: apoyo institucional y alineación con el PEI y PMI.</a:t>
            </a:r>
          </a:p>
          <a:p>
            <a:r>
              <a:rPr lang="es-MX" b="1" i="0" dirty="0">
                <a:effectLst/>
                <a:latin typeface="+mj-lt"/>
              </a:rPr>
              <a:t>Familias</a:t>
            </a:r>
            <a:r>
              <a:rPr lang="es-MX" b="0" i="0" dirty="0">
                <a:effectLst/>
                <a:latin typeface="+mj-lt"/>
              </a:rPr>
              <a:t>: espacios de sensibilización y formación.</a:t>
            </a:r>
          </a:p>
          <a:p>
            <a:r>
              <a:rPr lang="es-MX" b="1" i="0" dirty="0">
                <a:effectLst/>
                <a:latin typeface="+mj-lt"/>
              </a:rPr>
              <a:t>Comunidad externa</a:t>
            </a:r>
            <a:r>
              <a:rPr lang="es-MX" b="0" i="0" dirty="0">
                <a:effectLst/>
                <a:latin typeface="+mj-lt"/>
              </a:rPr>
              <a:t>: aliados institucionales y programas intersectoriales.</a:t>
            </a:r>
          </a:p>
          <a:p>
            <a:pPr marL="0" indent="0">
              <a:buNone/>
            </a:pPr>
            <a:r>
              <a:rPr lang="es-MX" b="0" i="0" dirty="0">
                <a:effectLst/>
                <a:latin typeface="+mj-lt"/>
              </a:rPr>
              <a:t>El compromiso colectivo fortalece la apropiación y sostenibilidad del proyecto.</a:t>
            </a:r>
            <a:endParaRPr dirty="0">
              <a:latin typeface="+mj-lt"/>
            </a:endParaRPr>
          </a:p>
        </p:txBody>
      </p:sp>
      <p:pic>
        <p:nvPicPr>
          <p:cNvPr id="11" name="Imagen 10">
            <a:extLst>
              <a:ext uri="{FF2B5EF4-FFF2-40B4-BE49-F238E27FC236}">
                <a16:creationId xmlns:a16="http://schemas.microsoft.com/office/drawing/2014/main" id="{ABDBFB93-F954-966C-258F-C2CB7FCCC2E3}"/>
              </a:ext>
            </a:extLst>
          </p:cNvPr>
          <p:cNvPicPr>
            <a:picLocks noChangeAspect="1"/>
          </p:cNvPicPr>
          <p:nvPr/>
        </p:nvPicPr>
        <p:blipFill>
          <a:blip r:embed="rId8"/>
          <a:stretch>
            <a:fillRect/>
          </a:stretch>
        </p:blipFill>
        <p:spPr>
          <a:xfrm>
            <a:off x="224705" y="5730875"/>
            <a:ext cx="922189" cy="949009"/>
          </a:xfrm>
          <a:prstGeom prst="rect">
            <a:avLst/>
          </a:prstGeom>
        </p:spPr>
      </p:pic>
      <p:pic>
        <p:nvPicPr>
          <p:cNvPr id="12" name="Imagen 11">
            <a:extLst>
              <a:ext uri="{FF2B5EF4-FFF2-40B4-BE49-F238E27FC236}">
                <a16:creationId xmlns:a16="http://schemas.microsoft.com/office/drawing/2014/main" id="{71DF7378-EA0D-A313-DF1D-F204ED9CA321}"/>
              </a:ext>
            </a:extLst>
          </p:cNvPr>
          <p:cNvPicPr>
            <a:picLocks noChangeAspect="1"/>
          </p:cNvPicPr>
          <p:nvPr/>
        </p:nvPicPr>
        <p:blipFill>
          <a:blip r:embed="rId9">
            <a:extLst>
              <a:ext uri="{BEBA8EAE-BF5A-486C-A8C5-ECC9F3942E4B}">
                <a14:imgProps xmlns:a14="http://schemas.microsoft.com/office/drawing/2010/main">
                  <a14:imgLayer r:embed="rId10">
                    <a14:imgEffect>
                      <a14:backgroundRemoval t="521" b="82422" l="14568" r="87555">
                        <a14:foregroundMark x1="20059" y1="31120" x2="20937" y2="4297"/>
                        <a14:foregroundMark x1="68668" y1="10156" x2="68668" y2="10156"/>
                        <a14:foregroundMark x1="65154" y1="4688" x2="77526" y2="26432"/>
                        <a14:foregroundMark x1="83821" y1="33333" x2="87555" y2="38542"/>
                        <a14:foregroundMark x1="87555" y1="38542" x2="87555" y2="38542"/>
                        <a14:foregroundMark x1="86384" y1="9896" x2="81113" y2="3516"/>
                        <a14:foregroundMark x1="81113" y1="3516" x2="81040" y2="3255"/>
                        <a14:foregroundMark x1="72108" y1="3906" x2="84700" y2="21354"/>
                        <a14:foregroundMark x1="85286" y1="27865" x2="84553" y2="16797"/>
                        <a14:foregroundMark x1="86384" y1="30469" x2="86530" y2="13151"/>
                        <a14:foregroundMark x1="85798" y1="19661" x2="75988" y2="4688"/>
                        <a14:foregroundMark x1="75988" y1="4688" x2="71157" y2="651"/>
                        <a14:foregroundMark x1="71157" y1="651" x2="72987" y2="6901"/>
                        <a14:foregroundMark x1="80600" y1="18490" x2="69839" y2="3646"/>
                        <a14:foregroundMark x1="68448" y1="2083" x2="69546" y2="1432"/>
                        <a14:foregroundMark x1="82211" y1="5078" x2="85066" y2="2474"/>
                        <a14:foregroundMark x1="85578" y1="10547" x2="86018" y2="651"/>
                        <a14:foregroundMark x1="80527" y1="5469" x2="77672" y2="2995"/>
                        <a14:foregroundMark x1="23792" y1="19271" x2="26647" y2="14453"/>
                        <a14:foregroundMark x1="26647" y1="14453" x2="22328" y2="13542"/>
                        <a14:foregroundMark x1="22328" y1="13542" x2="20132" y2="7161"/>
                        <a14:foregroundMark x1="20132" y1="7161" x2="20205" y2="3516"/>
                        <a14:foregroundMark x1="20351" y1="11589" x2="24231" y2="16276"/>
                        <a14:foregroundMark x1="24231" y1="16276" x2="24671" y2="22656"/>
                        <a14:foregroundMark x1="24671" y1="22656" x2="20425" y2="27734"/>
                        <a14:foregroundMark x1="20425" y1="27734" x2="16545" y2="25521"/>
                        <a14:foregroundMark x1="16545" y1="25521" x2="14641" y2="19010"/>
                        <a14:foregroundMark x1="14641" y1="19010" x2="14568" y2="13151"/>
                        <a14:foregroundMark x1="16032" y1="20443" x2="16398" y2="13411"/>
                        <a14:foregroundMark x1="16398" y1="13411" x2="20205" y2="10938"/>
                        <a14:foregroundMark x1="20205" y1="10938" x2="20351" y2="10938"/>
                        <a14:foregroundMark x1="17643" y1="14193" x2="21230" y2="10677"/>
                        <a14:foregroundMark x1="21230" y1="10677" x2="24451" y2="14583"/>
                        <a14:foregroundMark x1="24451" y1="14583" x2="25256" y2="20964"/>
                        <a14:foregroundMark x1="25256" y1="20964" x2="21962" y2="27604"/>
                        <a14:foregroundMark x1="21962" y1="27604" x2="17496" y2="26563"/>
                        <a14:foregroundMark x1="17277" y1="27344" x2="20205" y2="28385"/>
                        <a14:foregroundMark x1="19253" y1="29688" x2="21962" y2="28255"/>
                        <a14:foregroundMark x1="20425" y1="32292" x2="21303" y2="28385"/>
                        <a14:foregroundMark x1="16911" y1="12630" x2="20351" y2="10286"/>
                        <a14:foregroundMark x1="16984" y1="12760" x2="19839" y2="9896"/>
                        <a14:foregroundMark x1="24963" y1="16667" x2="24671" y2="23828"/>
                        <a14:foregroundMark x1="25183" y1="16667" x2="25183" y2="23307"/>
                        <a14:foregroundMark x1="25403" y1="16406" x2="25769" y2="21875"/>
                        <a14:foregroundMark x1="22987" y1="17578" x2="19034" y2="21484"/>
                        <a14:foregroundMark x1="19034" y1="21484" x2="22328" y2="21745"/>
                        <a14:foregroundMark x1="18448" y1="24479" x2="18594" y2="18229"/>
                        <a14:foregroundMark x1="18594" y1="18229" x2="20351" y2="16927"/>
                        <a14:foregroundMark x1="20278" y1="12630" x2="18521" y2="24349"/>
                        <a14:foregroundMark x1="18521" y1="24349" x2="18960" y2="25391"/>
                        <a14:foregroundMark x1="19180" y1="14063" x2="18009" y2="25260"/>
                        <a14:foregroundMark x1="18009" y1="16667" x2="18155" y2="23307"/>
                        <a14:foregroundMark x1="17570" y1="18099" x2="17496" y2="23177"/>
                        <a14:foregroundMark x1="21376" y1="29557" x2="22548" y2="27083"/>
                        <a14:foregroundMark x1="20205" y1="29427" x2="18814" y2="26302"/>
                        <a14:foregroundMark x1="86310" y1="17057" x2="87189" y2="29818"/>
                      </a14:backgroundRemoval>
                    </a14:imgEffect>
                  </a14:imgLayer>
                </a14:imgProps>
              </a:ext>
            </a:extLst>
          </a:blip>
          <a:srcRect l="51200" r="12164" b="8152"/>
          <a:stretch/>
        </p:blipFill>
        <p:spPr>
          <a:xfrm>
            <a:off x="9339884" y="1"/>
            <a:ext cx="2852115" cy="4349750"/>
          </a:xfrm>
          <a:prstGeom prst="rect">
            <a:avLst/>
          </a:prstGeom>
        </p:spPr>
      </p:pic>
      <p:pic>
        <p:nvPicPr>
          <p:cNvPr id="3" name="Imagen 2">
            <a:extLst>
              <a:ext uri="{FF2B5EF4-FFF2-40B4-BE49-F238E27FC236}">
                <a16:creationId xmlns:a16="http://schemas.microsoft.com/office/drawing/2014/main" id="{829BAF3E-2C0A-A4EB-B3EC-144B89031DCD}"/>
              </a:ext>
            </a:extLst>
          </p:cNvPr>
          <p:cNvPicPr>
            <a:picLocks noChangeAspect="1"/>
          </p:cNvPicPr>
          <p:nvPr/>
        </p:nvPicPr>
        <p:blipFill>
          <a:blip r:embed="rId11">
            <a:extLst>
              <a:ext uri="{BEBA8EAE-BF5A-486C-A8C5-ECC9F3942E4B}">
                <a14:imgProps xmlns:a14="http://schemas.microsoft.com/office/drawing/2010/main">
                  <a14:imgLayer r:embed="rId12">
                    <a14:imgEffect>
                      <a14:backgroundRemoval t="7500" b="98750" l="10000" r="96042">
                        <a14:foregroundMark x1="69479" y1="41250" x2="61354" y2="23672"/>
                        <a14:foregroundMark x1="61354" y1="23672" x2="60521" y2="13516"/>
                        <a14:foregroundMark x1="57188" y1="35547" x2="48854" y2="15469"/>
                        <a14:foregroundMark x1="48854" y1="15469" x2="46771" y2="15313"/>
                        <a14:foregroundMark x1="76146" y1="34844" x2="70417" y2="7500"/>
                        <a14:foregroundMark x1="91250" y1="47969" x2="82813" y2="37344"/>
                        <a14:foregroundMark x1="96042" y1="93438" x2="88438" y2="76406"/>
                        <a14:foregroundMark x1="70417" y1="97344" x2="73333" y2="89531"/>
                        <a14:foregroundMark x1="43438" y1="98750" x2="64792" y2="83828"/>
                        <a14:foregroundMark x1="53438" y1="35547" x2="45833" y2="16719"/>
                        <a14:foregroundMark x1="75208" y1="24141" x2="62500" y2="9297"/>
                        <a14:foregroundMark x1="62500" y1="9297" x2="44479" y2="14922"/>
                        <a14:foregroundMark x1="44479" y1="14922" x2="52083" y2="25547"/>
                        <a14:foregroundMark x1="52083" y1="25547" x2="55729" y2="28438"/>
                        <a14:foregroundMark x1="93646" y1="53281" x2="94167" y2="43672"/>
                        <a14:foregroundMark x1="64792" y1="57188" x2="68542" y2="39766"/>
                        <a14:foregroundMark x1="90833" y1="95938" x2="93646" y2="89922"/>
                        <a14:foregroundMark x1="33542" y1="42969" x2="44375" y2="49375"/>
                        <a14:foregroundMark x1="43958" y1="45859" x2="36771" y2="42266"/>
                        <a14:foregroundMark x1="43438" y1="44766" x2="36354" y2="41250"/>
                        <a14:foregroundMark x1="41563" y1="43359" x2="41563" y2="43359"/>
                      </a14:backgroundRemoval>
                    </a14:imgEffect>
                  </a14:imgLayer>
                </a14:imgProps>
              </a:ext>
              <a:ext uri="{28A0092B-C50C-407E-A947-70E740481C1C}">
                <a14:useLocalDpi xmlns:a14="http://schemas.microsoft.com/office/drawing/2010/main" val="0"/>
              </a:ext>
            </a:extLst>
          </a:blip>
          <a:stretch>
            <a:fillRect/>
          </a:stretch>
        </p:blipFill>
        <p:spPr>
          <a:xfrm>
            <a:off x="472100" y="1539238"/>
            <a:ext cx="3737696" cy="4983595"/>
          </a:xfrm>
          <a:prstGeom prst="rect">
            <a:avLst/>
          </a:prstGeom>
        </p:spPr>
      </p:pic>
    </p:spTree>
    <p:extLst>
      <p:ext uri="{BB962C8B-B14F-4D97-AF65-F5344CB8AC3E}">
        <p14:creationId xmlns:p14="http://schemas.microsoft.com/office/powerpoint/2010/main" val="37061901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1F368CA2-4FB3-1EDE-CA76-9CC85A307BE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graphicFrame>
        <p:nvGraphicFramePr>
          <p:cNvPr id="6" name="Diagrama 5">
            <a:extLst>
              <a:ext uri="{FF2B5EF4-FFF2-40B4-BE49-F238E27FC236}">
                <a16:creationId xmlns:a16="http://schemas.microsoft.com/office/drawing/2014/main" id="{AC8D1D27-C9DA-CD17-B5D0-A98BDE0BD86C}"/>
              </a:ext>
            </a:extLst>
          </p:cNvPr>
          <p:cNvGraphicFramePr/>
          <p:nvPr>
            <p:extLst>
              <p:ext uri="{D42A27DB-BD31-4B8C-83A1-F6EECF244321}">
                <p14:modId xmlns:p14="http://schemas.microsoft.com/office/powerpoint/2010/main" val="2381261072"/>
              </p:ext>
            </p:extLst>
          </p:nvPr>
        </p:nvGraphicFramePr>
        <p:xfrm>
          <a:off x="1981200" y="1036955"/>
          <a:ext cx="8229600" cy="1143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7" name="Content Placeholder 2">
            <a:extLst>
              <a:ext uri="{FF2B5EF4-FFF2-40B4-BE49-F238E27FC236}">
                <a16:creationId xmlns:a16="http://schemas.microsoft.com/office/drawing/2014/main" id="{2C257CB8-0169-D007-5942-20EEA40363D3}"/>
              </a:ext>
            </a:extLst>
          </p:cNvPr>
          <p:cNvSpPr>
            <a:spLocks noGrp="1"/>
          </p:cNvSpPr>
          <p:nvPr>
            <p:ph idx="1"/>
          </p:nvPr>
        </p:nvSpPr>
        <p:spPr>
          <a:xfrm>
            <a:off x="1030647" y="2332037"/>
            <a:ext cx="5638800" cy="4525963"/>
          </a:xfrm>
        </p:spPr>
        <p:txBody>
          <a:bodyPr>
            <a:normAutofit fontScale="70000" lnSpcReduction="20000"/>
          </a:bodyPr>
          <a:lstStyle/>
          <a:p>
            <a:pPr marL="0" indent="0">
              <a:buNone/>
            </a:pPr>
            <a:r>
              <a:rPr lang="es-MX" b="0" i="0" dirty="0">
                <a:effectLst/>
                <a:latin typeface="+mj-lt"/>
              </a:rPr>
              <a:t>La evaluación se realiza mediante:</a:t>
            </a:r>
          </a:p>
          <a:p>
            <a:r>
              <a:rPr lang="es-MX" b="0" i="0" dirty="0">
                <a:effectLst/>
                <a:latin typeface="+mj-lt"/>
              </a:rPr>
              <a:t>Registros de participación.</a:t>
            </a:r>
          </a:p>
          <a:p>
            <a:r>
              <a:rPr lang="es-MX" b="0" i="0" dirty="0">
                <a:effectLst/>
                <a:latin typeface="+mj-lt"/>
              </a:rPr>
              <a:t>Listas de asistencia.</a:t>
            </a:r>
          </a:p>
          <a:p>
            <a:r>
              <a:rPr lang="es-MX" b="0" i="0" dirty="0">
                <a:effectLst/>
                <a:latin typeface="+mj-lt"/>
              </a:rPr>
              <a:t>Rúbricas socioemocionales.</a:t>
            </a:r>
          </a:p>
          <a:p>
            <a:r>
              <a:rPr lang="es-MX" b="0" i="0" dirty="0">
                <a:effectLst/>
                <a:latin typeface="+mj-lt"/>
              </a:rPr>
              <a:t>Observaciones cualitativas de docentes orientadores.</a:t>
            </a:r>
          </a:p>
          <a:p>
            <a:r>
              <a:rPr lang="es-MX" b="0" i="0" dirty="0">
                <a:effectLst/>
                <a:latin typeface="+mj-lt"/>
              </a:rPr>
              <a:t>Encuestas de percepción.</a:t>
            </a:r>
          </a:p>
          <a:p>
            <a:r>
              <a:rPr lang="es-MX" b="0" i="0" dirty="0">
                <a:effectLst/>
                <a:latin typeface="+mj-lt"/>
              </a:rPr>
              <a:t>Círculos de retroalimentación y reflexiones colectivas.</a:t>
            </a:r>
          </a:p>
          <a:p>
            <a:pPr marL="0" indent="0">
              <a:buNone/>
            </a:pPr>
            <a:r>
              <a:rPr lang="es-MX" b="0" i="0" dirty="0">
                <a:effectLst/>
                <a:latin typeface="+mj-lt"/>
              </a:rPr>
              <a:t>Estos instrumentos permiten monitorear avances, dificultades y transformaciones, consolidando una ruta de seguimiento sistemática y formativa.</a:t>
            </a:r>
            <a:endParaRPr dirty="0">
              <a:latin typeface="+mj-lt"/>
            </a:endParaRPr>
          </a:p>
        </p:txBody>
      </p:sp>
      <p:pic>
        <p:nvPicPr>
          <p:cNvPr id="8" name="Imagen 7">
            <a:extLst>
              <a:ext uri="{FF2B5EF4-FFF2-40B4-BE49-F238E27FC236}">
                <a16:creationId xmlns:a16="http://schemas.microsoft.com/office/drawing/2014/main" id="{D8A101CE-9B0A-2569-F642-A5B37CF1C789}"/>
              </a:ext>
            </a:extLst>
          </p:cNvPr>
          <p:cNvPicPr>
            <a:picLocks noChangeAspect="1"/>
          </p:cNvPicPr>
          <p:nvPr/>
        </p:nvPicPr>
        <p:blipFill>
          <a:blip r:embed="rId8"/>
          <a:stretch>
            <a:fillRect/>
          </a:stretch>
        </p:blipFill>
        <p:spPr>
          <a:xfrm>
            <a:off x="224705" y="5730875"/>
            <a:ext cx="922189" cy="949009"/>
          </a:xfrm>
          <a:prstGeom prst="rect">
            <a:avLst/>
          </a:prstGeom>
        </p:spPr>
      </p:pic>
      <p:pic>
        <p:nvPicPr>
          <p:cNvPr id="9" name="Imagen 8">
            <a:extLst>
              <a:ext uri="{FF2B5EF4-FFF2-40B4-BE49-F238E27FC236}">
                <a16:creationId xmlns:a16="http://schemas.microsoft.com/office/drawing/2014/main" id="{D47A7FDD-5750-268B-9809-E34462C554B0}"/>
              </a:ext>
            </a:extLst>
          </p:cNvPr>
          <p:cNvPicPr>
            <a:picLocks noChangeAspect="1"/>
          </p:cNvPicPr>
          <p:nvPr/>
        </p:nvPicPr>
        <p:blipFill>
          <a:blip r:embed="rId9">
            <a:extLst>
              <a:ext uri="{BEBA8EAE-BF5A-486C-A8C5-ECC9F3942E4B}">
                <a14:imgProps xmlns:a14="http://schemas.microsoft.com/office/drawing/2010/main">
                  <a14:imgLayer r:embed="rId10">
                    <a14:imgEffect>
                      <a14:backgroundRemoval t="521" b="82422" l="14568" r="87555">
                        <a14:foregroundMark x1="20059" y1="31120" x2="20937" y2="4297"/>
                        <a14:foregroundMark x1="68668" y1="10156" x2="68668" y2="10156"/>
                        <a14:foregroundMark x1="65154" y1="4688" x2="77526" y2="26432"/>
                        <a14:foregroundMark x1="83821" y1="33333" x2="87555" y2="38542"/>
                        <a14:foregroundMark x1="87555" y1="38542" x2="87555" y2="38542"/>
                        <a14:foregroundMark x1="86384" y1="9896" x2="81113" y2="3516"/>
                        <a14:foregroundMark x1="81113" y1="3516" x2="81040" y2="3255"/>
                        <a14:foregroundMark x1="72108" y1="3906" x2="84700" y2="21354"/>
                        <a14:foregroundMark x1="85286" y1="27865" x2="84553" y2="16797"/>
                        <a14:foregroundMark x1="86384" y1="30469" x2="86530" y2="13151"/>
                        <a14:foregroundMark x1="85798" y1="19661" x2="75988" y2="4688"/>
                        <a14:foregroundMark x1="75988" y1="4688" x2="71157" y2="651"/>
                        <a14:foregroundMark x1="71157" y1="651" x2="72987" y2="6901"/>
                        <a14:foregroundMark x1="80600" y1="18490" x2="69839" y2="3646"/>
                        <a14:foregroundMark x1="68448" y1="2083" x2="69546" y2="1432"/>
                        <a14:foregroundMark x1="82211" y1="5078" x2="85066" y2="2474"/>
                        <a14:foregroundMark x1="85578" y1="10547" x2="86018" y2="651"/>
                        <a14:foregroundMark x1="80527" y1="5469" x2="77672" y2="2995"/>
                        <a14:foregroundMark x1="23792" y1="19271" x2="26647" y2="14453"/>
                        <a14:foregroundMark x1="26647" y1="14453" x2="22328" y2="13542"/>
                        <a14:foregroundMark x1="22328" y1="13542" x2="20132" y2="7161"/>
                        <a14:foregroundMark x1="20132" y1="7161" x2="20205" y2="3516"/>
                        <a14:foregroundMark x1="20351" y1="11589" x2="24231" y2="16276"/>
                        <a14:foregroundMark x1="24231" y1="16276" x2="24671" y2="22656"/>
                        <a14:foregroundMark x1="24671" y1="22656" x2="20425" y2="27734"/>
                        <a14:foregroundMark x1="20425" y1="27734" x2="16545" y2="25521"/>
                        <a14:foregroundMark x1="16545" y1="25521" x2="14641" y2="19010"/>
                        <a14:foregroundMark x1="14641" y1="19010" x2="14568" y2="13151"/>
                        <a14:foregroundMark x1="16032" y1="20443" x2="16398" y2="13411"/>
                        <a14:foregroundMark x1="16398" y1="13411" x2="20205" y2="10938"/>
                        <a14:foregroundMark x1="20205" y1="10938" x2="20351" y2="10938"/>
                        <a14:foregroundMark x1="17643" y1="14193" x2="21230" y2="10677"/>
                        <a14:foregroundMark x1="21230" y1="10677" x2="24451" y2="14583"/>
                        <a14:foregroundMark x1="24451" y1="14583" x2="25256" y2="20964"/>
                        <a14:foregroundMark x1="25256" y1="20964" x2="21962" y2="27604"/>
                        <a14:foregroundMark x1="21962" y1="27604" x2="17496" y2="26563"/>
                        <a14:foregroundMark x1="17277" y1="27344" x2="20205" y2="28385"/>
                        <a14:foregroundMark x1="19253" y1="29688" x2="21962" y2="28255"/>
                        <a14:foregroundMark x1="20425" y1="32292" x2="21303" y2="28385"/>
                        <a14:foregroundMark x1="16911" y1="12630" x2="20351" y2="10286"/>
                        <a14:foregroundMark x1="16984" y1="12760" x2="19839" y2="9896"/>
                        <a14:foregroundMark x1="24963" y1="16667" x2="24671" y2="23828"/>
                        <a14:foregroundMark x1="25183" y1="16667" x2="25183" y2="23307"/>
                        <a14:foregroundMark x1="25403" y1="16406" x2="25769" y2="21875"/>
                        <a14:foregroundMark x1="22987" y1="17578" x2="19034" y2="21484"/>
                        <a14:foregroundMark x1="19034" y1="21484" x2="22328" y2="21745"/>
                        <a14:foregroundMark x1="18448" y1="24479" x2="18594" y2="18229"/>
                        <a14:foregroundMark x1="18594" y1="18229" x2="20351" y2="16927"/>
                        <a14:foregroundMark x1="20278" y1="12630" x2="18521" y2="24349"/>
                        <a14:foregroundMark x1="18521" y1="24349" x2="18960" y2="25391"/>
                        <a14:foregroundMark x1="19180" y1="14063" x2="18009" y2="25260"/>
                        <a14:foregroundMark x1="18009" y1="16667" x2="18155" y2="23307"/>
                        <a14:foregroundMark x1="17570" y1="18099" x2="17496" y2="23177"/>
                        <a14:foregroundMark x1="21376" y1="29557" x2="22548" y2="27083"/>
                        <a14:foregroundMark x1="20205" y1="29427" x2="18814" y2="26302"/>
                        <a14:foregroundMark x1="86310" y1="17057" x2="87189" y2="29818"/>
                      </a14:backgroundRemoval>
                    </a14:imgEffect>
                  </a14:imgLayer>
                </a14:imgProps>
              </a:ext>
            </a:extLst>
          </a:blip>
          <a:srcRect l="51200" r="12164" b="8152"/>
          <a:stretch/>
        </p:blipFill>
        <p:spPr>
          <a:xfrm>
            <a:off x="9339884" y="1"/>
            <a:ext cx="2852115" cy="4349750"/>
          </a:xfrm>
          <a:prstGeom prst="rect">
            <a:avLst/>
          </a:prstGeom>
        </p:spPr>
      </p:pic>
      <p:pic>
        <p:nvPicPr>
          <p:cNvPr id="3" name="Imagen 2">
            <a:extLst>
              <a:ext uri="{FF2B5EF4-FFF2-40B4-BE49-F238E27FC236}">
                <a16:creationId xmlns:a16="http://schemas.microsoft.com/office/drawing/2014/main" id="{AEE5AE30-B0D7-8B11-6E36-726B62F8D9AF}"/>
              </a:ext>
            </a:extLst>
          </p:cNvPr>
          <p:cNvPicPr>
            <a:picLocks noChangeAspect="1"/>
          </p:cNvPicPr>
          <p:nvPr/>
        </p:nvPicPr>
        <p:blipFill>
          <a:blip r:embed="rId11" cstate="hqprint">
            <a:extLst>
              <a:ext uri="{28A0092B-C50C-407E-A947-70E740481C1C}">
                <a14:useLocalDpi xmlns:a14="http://schemas.microsoft.com/office/drawing/2010/main" val="0"/>
              </a:ext>
            </a:extLst>
          </a:blip>
          <a:stretch>
            <a:fillRect/>
          </a:stretch>
        </p:blipFill>
        <p:spPr>
          <a:xfrm>
            <a:off x="10189796" y="3657600"/>
            <a:ext cx="1862019" cy="2482692"/>
          </a:xfrm>
          <a:prstGeom prst="rect">
            <a:avLst/>
          </a:prstGeom>
        </p:spPr>
      </p:pic>
      <p:pic>
        <p:nvPicPr>
          <p:cNvPr id="10" name="Imagen 9">
            <a:extLst>
              <a:ext uri="{FF2B5EF4-FFF2-40B4-BE49-F238E27FC236}">
                <a16:creationId xmlns:a16="http://schemas.microsoft.com/office/drawing/2014/main" id="{E1E23B98-A4C8-C933-8ADA-52A3CD55B9B2}"/>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7519359" y="2658428"/>
            <a:ext cx="3596640" cy="2697480"/>
          </a:xfrm>
          <a:prstGeom prst="rect">
            <a:avLst/>
          </a:prstGeom>
        </p:spPr>
      </p:pic>
    </p:spTree>
    <p:extLst>
      <p:ext uri="{BB962C8B-B14F-4D97-AF65-F5344CB8AC3E}">
        <p14:creationId xmlns:p14="http://schemas.microsoft.com/office/powerpoint/2010/main" val="21304262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1F368CA2-4FB3-1EDE-CA76-9CC85A307BE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graphicFrame>
        <p:nvGraphicFramePr>
          <p:cNvPr id="6" name="Diagrama 5">
            <a:extLst>
              <a:ext uri="{FF2B5EF4-FFF2-40B4-BE49-F238E27FC236}">
                <a16:creationId xmlns:a16="http://schemas.microsoft.com/office/drawing/2014/main" id="{4F1A2995-237F-9841-B807-0ACF4C1806A4}"/>
              </a:ext>
            </a:extLst>
          </p:cNvPr>
          <p:cNvGraphicFramePr/>
          <p:nvPr>
            <p:extLst>
              <p:ext uri="{D42A27DB-BD31-4B8C-83A1-F6EECF244321}">
                <p14:modId xmlns:p14="http://schemas.microsoft.com/office/powerpoint/2010/main" val="2684446270"/>
              </p:ext>
            </p:extLst>
          </p:nvPr>
        </p:nvGraphicFramePr>
        <p:xfrm>
          <a:off x="1981200" y="686118"/>
          <a:ext cx="8229600" cy="1143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7" name="Content Placeholder 2">
            <a:extLst>
              <a:ext uri="{FF2B5EF4-FFF2-40B4-BE49-F238E27FC236}">
                <a16:creationId xmlns:a16="http://schemas.microsoft.com/office/drawing/2014/main" id="{1E94AFD9-4D03-1C00-321D-72C3065C908D}"/>
              </a:ext>
            </a:extLst>
          </p:cNvPr>
          <p:cNvSpPr>
            <a:spLocks noGrp="1"/>
          </p:cNvSpPr>
          <p:nvPr>
            <p:ph idx="1"/>
          </p:nvPr>
        </p:nvSpPr>
        <p:spPr>
          <a:xfrm>
            <a:off x="6705600" y="2019934"/>
            <a:ext cx="5190338" cy="4525963"/>
          </a:xfrm>
        </p:spPr>
        <p:txBody>
          <a:bodyPr>
            <a:normAutofit fontScale="70000" lnSpcReduction="20000"/>
          </a:bodyPr>
          <a:lstStyle/>
          <a:p>
            <a:pPr marL="0" indent="0">
              <a:buNone/>
            </a:pPr>
            <a:r>
              <a:rPr lang="es-MX" b="0" i="0" dirty="0">
                <a:effectLst/>
                <a:latin typeface="+mj-lt"/>
              </a:rPr>
              <a:t>Entre los principales logros:</a:t>
            </a:r>
          </a:p>
          <a:p>
            <a:r>
              <a:rPr lang="es-MX" b="0" i="0" dirty="0">
                <a:effectLst/>
                <a:latin typeface="+mj-lt"/>
              </a:rPr>
              <a:t>Mayor comprensión de identidad y equidad de género.</a:t>
            </a:r>
          </a:p>
          <a:p>
            <a:r>
              <a:rPr lang="es-MX" b="0" i="0" dirty="0">
                <a:effectLst/>
                <a:latin typeface="+mj-lt"/>
              </a:rPr>
              <a:t>Disminución de estigmas asociados a la diversidad sexual y la menstruación.</a:t>
            </a:r>
          </a:p>
          <a:p>
            <a:r>
              <a:rPr lang="es-MX" b="0" i="0" dirty="0">
                <a:effectLst/>
                <a:latin typeface="+mj-lt"/>
              </a:rPr>
              <a:t>Fortalecimiento socioemocional y de habilidades para la vida.</a:t>
            </a:r>
          </a:p>
          <a:p>
            <a:r>
              <a:rPr lang="es-MX" b="0" i="0" dirty="0">
                <a:effectLst/>
                <a:latin typeface="+mj-lt"/>
              </a:rPr>
              <a:t>Implementación de prácticas restaurativas que han mejorado la convivencia.</a:t>
            </a:r>
          </a:p>
          <a:p>
            <a:r>
              <a:rPr lang="es-MX" b="0" i="0" dirty="0">
                <a:effectLst/>
                <a:latin typeface="+mj-lt"/>
              </a:rPr>
              <a:t>Apropiación institucional del enfoque de derechos en educación sexual.</a:t>
            </a:r>
          </a:p>
          <a:p>
            <a:r>
              <a:rPr lang="es-MX" b="0" i="0" dirty="0">
                <a:effectLst/>
                <a:latin typeface="+mj-lt"/>
              </a:rPr>
              <a:t>Alto impacto en la comunidad: estudiantes, docentes y familias.</a:t>
            </a:r>
            <a:endParaRPr dirty="0">
              <a:latin typeface="+mj-lt"/>
            </a:endParaRPr>
          </a:p>
        </p:txBody>
      </p:sp>
      <p:pic>
        <p:nvPicPr>
          <p:cNvPr id="8" name="Imagen 7">
            <a:extLst>
              <a:ext uri="{FF2B5EF4-FFF2-40B4-BE49-F238E27FC236}">
                <a16:creationId xmlns:a16="http://schemas.microsoft.com/office/drawing/2014/main" id="{C4FCE432-FC79-3908-C41A-BEE7A15B41E8}"/>
              </a:ext>
            </a:extLst>
          </p:cNvPr>
          <p:cNvPicPr>
            <a:picLocks noChangeAspect="1"/>
          </p:cNvPicPr>
          <p:nvPr/>
        </p:nvPicPr>
        <p:blipFill>
          <a:blip r:embed="rId8"/>
          <a:stretch>
            <a:fillRect/>
          </a:stretch>
        </p:blipFill>
        <p:spPr>
          <a:xfrm>
            <a:off x="224705" y="5730875"/>
            <a:ext cx="922189" cy="949009"/>
          </a:xfrm>
          <a:prstGeom prst="rect">
            <a:avLst/>
          </a:prstGeom>
        </p:spPr>
      </p:pic>
      <p:pic>
        <p:nvPicPr>
          <p:cNvPr id="9" name="Imagen 8">
            <a:extLst>
              <a:ext uri="{FF2B5EF4-FFF2-40B4-BE49-F238E27FC236}">
                <a16:creationId xmlns:a16="http://schemas.microsoft.com/office/drawing/2014/main" id="{D920876A-F256-DD23-817B-567AEB8B4956}"/>
              </a:ext>
            </a:extLst>
          </p:cNvPr>
          <p:cNvPicPr>
            <a:picLocks noChangeAspect="1"/>
          </p:cNvPicPr>
          <p:nvPr/>
        </p:nvPicPr>
        <p:blipFill>
          <a:blip r:embed="rId9">
            <a:extLst>
              <a:ext uri="{BEBA8EAE-BF5A-486C-A8C5-ECC9F3942E4B}">
                <a14:imgProps xmlns:a14="http://schemas.microsoft.com/office/drawing/2010/main">
                  <a14:imgLayer r:embed="rId10">
                    <a14:imgEffect>
                      <a14:backgroundRemoval t="521" b="82422" l="14568" r="87555">
                        <a14:foregroundMark x1="20059" y1="31120" x2="20937" y2="4297"/>
                        <a14:foregroundMark x1="68668" y1="10156" x2="68668" y2="10156"/>
                        <a14:foregroundMark x1="65154" y1="4688" x2="77526" y2="26432"/>
                        <a14:foregroundMark x1="83821" y1="33333" x2="87555" y2="38542"/>
                        <a14:foregroundMark x1="87555" y1="38542" x2="87555" y2="38542"/>
                        <a14:foregroundMark x1="86384" y1="9896" x2="81113" y2="3516"/>
                        <a14:foregroundMark x1="81113" y1="3516" x2="81040" y2="3255"/>
                        <a14:foregroundMark x1="72108" y1="3906" x2="84700" y2="21354"/>
                        <a14:foregroundMark x1="85286" y1="27865" x2="84553" y2="16797"/>
                        <a14:foregroundMark x1="86384" y1="30469" x2="86530" y2="13151"/>
                        <a14:foregroundMark x1="85798" y1="19661" x2="75988" y2="4688"/>
                        <a14:foregroundMark x1="75988" y1="4688" x2="71157" y2="651"/>
                        <a14:foregroundMark x1="71157" y1="651" x2="72987" y2="6901"/>
                        <a14:foregroundMark x1="80600" y1="18490" x2="69839" y2="3646"/>
                        <a14:foregroundMark x1="68448" y1="2083" x2="69546" y2="1432"/>
                        <a14:foregroundMark x1="82211" y1="5078" x2="85066" y2="2474"/>
                        <a14:foregroundMark x1="85578" y1="10547" x2="86018" y2="651"/>
                        <a14:foregroundMark x1="80527" y1="5469" x2="77672" y2="2995"/>
                        <a14:foregroundMark x1="23792" y1="19271" x2="26647" y2="14453"/>
                        <a14:foregroundMark x1="26647" y1="14453" x2="22328" y2="13542"/>
                        <a14:foregroundMark x1="22328" y1="13542" x2="20132" y2="7161"/>
                        <a14:foregroundMark x1="20132" y1="7161" x2="20205" y2="3516"/>
                        <a14:foregroundMark x1="20351" y1="11589" x2="24231" y2="16276"/>
                        <a14:foregroundMark x1="24231" y1="16276" x2="24671" y2="22656"/>
                        <a14:foregroundMark x1="24671" y1="22656" x2="20425" y2="27734"/>
                        <a14:foregroundMark x1="20425" y1="27734" x2="16545" y2="25521"/>
                        <a14:foregroundMark x1="16545" y1="25521" x2="14641" y2="19010"/>
                        <a14:foregroundMark x1="14641" y1="19010" x2="14568" y2="13151"/>
                        <a14:foregroundMark x1="16032" y1="20443" x2="16398" y2="13411"/>
                        <a14:foregroundMark x1="16398" y1="13411" x2="20205" y2="10938"/>
                        <a14:foregroundMark x1="20205" y1="10938" x2="20351" y2="10938"/>
                        <a14:foregroundMark x1="17643" y1="14193" x2="21230" y2="10677"/>
                        <a14:foregroundMark x1="21230" y1="10677" x2="24451" y2="14583"/>
                        <a14:foregroundMark x1="24451" y1="14583" x2="25256" y2="20964"/>
                        <a14:foregroundMark x1="25256" y1="20964" x2="21962" y2="27604"/>
                        <a14:foregroundMark x1="21962" y1="27604" x2="17496" y2="26563"/>
                        <a14:foregroundMark x1="17277" y1="27344" x2="20205" y2="28385"/>
                        <a14:foregroundMark x1="19253" y1="29688" x2="21962" y2="28255"/>
                        <a14:foregroundMark x1="20425" y1="32292" x2="21303" y2="28385"/>
                        <a14:foregroundMark x1="16911" y1="12630" x2="20351" y2="10286"/>
                        <a14:foregroundMark x1="16984" y1="12760" x2="19839" y2="9896"/>
                        <a14:foregroundMark x1="24963" y1="16667" x2="24671" y2="23828"/>
                        <a14:foregroundMark x1="25183" y1="16667" x2="25183" y2="23307"/>
                        <a14:foregroundMark x1="25403" y1="16406" x2="25769" y2="21875"/>
                        <a14:foregroundMark x1="22987" y1="17578" x2="19034" y2="21484"/>
                        <a14:foregroundMark x1="19034" y1="21484" x2="22328" y2="21745"/>
                        <a14:foregroundMark x1="18448" y1="24479" x2="18594" y2="18229"/>
                        <a14:foregroundMark x1="18594" y1="18229" x2="20351" y2="16927"/>
                        <a14:foregroundMark x1="20278" y1="12630" x2="18521" y2="24349"/>
                        <a14:foregroundMark x1="18521" y1="24349" x2="18960" y2="25391"/>
                        <a14:foregroundMark x1="19180" y1="14063" x2="18009" y2="25260"/>
                        <a14:foregroundMark x1="18009" y1="16667" x2="18155" y2="23307"/>
                        <a14:foregroundMark x1="17570" y1="18099" x2="17496" y2="23177"/>
                        <a14:foregroundMark x1="21376" y1="29557" x2="22548" y2="27083"/>
                        <a14:foregroundMark x1="20205" y1="29427" x2="18814" y2="26302"/>
                        <a14:foregroundMark x1="86310" y1="17057" x2="87189" y2="29818"/>
                      </a14:backgroundRemoval>
                    </a14:imgEffect>
                  </a14:imgLayer>
                </a14:imgProps>
              </a:ext>
            </a:extLst>
          </a:blip>
          <a:srcRect l="51200" r="12164" b="8152"/>
          <a:stretch/>
        </p:blipFill>
        <p:spPr>
          <a:xfrm>
            <a:off x="9339884" y="1"/>
            <a:ext cx="2852115" cy="4349750"/>
          </a:xfrm>
          <a:prstGeom prst="rect">
            <a:avLst/>
          </a:prstGeom>
        </p:spPr>
      </p:pic>
      <p:pic>
        <p:nvPicPr>
          <p:cNvPr id="10" name="Imagen 9">
            <a:extLst>
              <a:ext uri="{FF2B5EF4-FFF2-40B4-BE49-F238E27FC236}">
                <a16:creationId xmlns:a16="http://schemas.microsoft.com/office/drawing/2014/main" id="{787F0D66-535C-9D38-4D92-0873AD1BFB08}"/>
              </a:ext>
            </a:extLst>
          </p:cNvPr>
          <p:cNvPicPr>
            <a:picLocks noChangeAspect="1"/>
          </p:cNvPicPr>
          <p:nvPr/>
        </p:nvPicPr>
        <p:blipFill>
          <a:blip r:embed="rId11">
            <a:extLst>
              <a:ext uri="{28A0092B-C50C-407E-A947-70E740481C1C}">
                <a14:useLocalDpi xmlns:a14="http://schemas.microsoft.com/office/drawing/2010/main" val="0"/>
              </a:ext>
            </a:extLst>
          </a:blip>
          <a:srcRect l="12083" t="36227"/>
          <a:stretch/>
        </p:blipFill>
        <p:spPr>
          <a:xfrm>
            <a:off x="2472773" y="1873026"/>
            <a:ext cx="4232826" cy="4373563"/>
          </a:xfrm>
          <a:prstGeom prst="snip2DiagRect">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pic>
        <p:nvPicPr>
          <p:cNvPr id="12" name="Imagen 11">
            <a:extLst>
              <a:ext uri="{FF2B5EF4-FFF2-40B4-BE49-F238E27FC236}">
                <a16:creationId xmlns:a16="http://schemas.microsoft.com/office/drawing/2014/main" id="{F9089F91-106C-31C1-A7CB-E583FC4E799F}"/>
              </a:ext>
            </a:extLst>
          </p:cNvPr>
          <p:cNvPicPr>
            <a:picLocks noChangeAspect="1"/>
          </p:cNvPicPr>
          <p:nvPr/>
        </p:nvPicPr>
        <p:blipFill>
          <a:blip r:embed="rId12" cstate="hqprint">
            <a:extLst>
              <a:ext uri="{28A0092B-C50C-407E-A947-70E740481C1C}">
                <a14:useLocalDpi xmlns:a14="http://schemas.microsoft.com/office/drawing/2010/main" val="0"/>
              </a:ext>
            </a:extLst>
          </a:blip>
          <a:stretch>
            <a:fillRect/>
          </a:stretch>
        </p:blipFill>
        <p:spPr>
          <a:xfrm>
            <a:off x="1517774" y="4020278"/>
            <a:ext cx="1678855" cy="2984630"/>
          </a:xfrm>
          <a:prstGeom prst="snip2DiagRect">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pic>
        <p:nvPicPr>
          <p:cNvPr id="3" name="Imagen 2">
            <a:extLst>
              <a:ext uri="{FF2B5EF4-FFF2-40B4-BE49-F238E27FC236}">
                <a16:creationId xmlns:a16="http://schemas.microsoft.com/office/drawing/2014/main" id="{19BE153A-D9AA-40EC-72DF-5C37C8A76D2C}"/>
              </a:ext>
            </a:extLst>
          </p:cNvPr>
          <p:cNvPicPr>
            <a:picLocks noChangeAspect="1"/>
          </p:cNvPicPr>
          <p:nvPr/>
        </p:nvPicPr>
        <p:blipFill>
          <a:blip r:embed="rId13">
            <a:extLst>
              <a:ext uri="{28A0092B-C50C-407E-A947-70E740481C1C}">
                <a14:useLocalDpi xmlns:a14="http://schemas.microsoft.com/office/drawing/2010/main" val="0"/>
              </a:ext>
            </a:extLst>
          </a:blip>
          <a:srcRect r="12825" b="27842"/>
          <a:stretch/>
        </p:blipFill>
        <p:spPr>
          <a:xfrm>
            <a:off x="148146" y="1847995"/>
            <a:ext cx="3188487" cy="1979453"/>
          </a:xfrm>
          <a:prstGeom prst="snip2DiagRect">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9234546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3A2CF1-2EF7-7C11-ADAE-0F64F1C149E7}"/>
            </a:ext>
          </a:extLst>
        </p:cNvPr>
        <p:cNvGrpSpPr/>
        <p:nvPr/>
      </p:nvGrpSpPr>
      <p:grpSpPr>
        <a:xfrm>
          <a:off x="0" y="0"/>
          <a:ext cx="0" cy="0"/>
          <a:chOff x="0" y="0"/>
          <a:chExt cx="0" cy="0"/>
        </a:xfrm>
      </p:grpSpPr>
      <p:pic>
        <p:nvPicPr>
          <p:cNvPr id="5" name="Imagen 4">
            <a:extLst>
              <a:ext uri="{FF2B5EF4-FFF2-40B4-BE49-F238E27FC236}">
                <a16:creationId xmlns:a16="http://schemas.microsoft.com/office/drawing/2014/main" id="{E177BE91-BCDE-E1BE-C15F-C32CE76AFF1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graphicFrame>
        <p:nvGraphicFramePr>
          <p:cNvPr id="2" name="Diagrama 1">
            <a:extLst>
              <a:ext uri="{FF2B5EF4-FFF2-40B4-BE49-F238E27FC236}">
                <a16:creationId xmlns:a16="http://schemas.microsoft.com/office/drawing/2014/main" id="{9B4091B8-2DD1-2FFE-E6E2-3380B5AF03E4}"/>
              </a:ext>
            </a:extLst>
          </p:cNvPr>
          <p:cNvGraphicFramePr/>
          <p:nvPr>
            <p:extLst>
              <p:ext uri="{D42A27DB-BD31-4B8C-83A1-F6EECF244321}">
                <p14:modId xmlns:p14="http://schemas.microsoft.com/office/powerpoint/2010/main" val="48171619"/>
              </p:ext>
            </p:extLst>
          </p:nvPr>
        </p:nvGraphicFramePr>
        <p:xfrm>
          <a:off x="1805940" y="823278"/>
          <a:ext cx="8229600" cy="1143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Content Placeholder 2">
            <a:extLst>
              <a:ext uri="{FF2B5EF4-FFF2-40B4-BE49-F238E27FC236}">
                <a16:creationId xmlns:a16="http://schemas.microsoft.com/office/drawing/2014/main" id="{96D703EF-0623-38AE-33D6-9954A777F9E4}"/>
              </a:ext>
            </a:extLst>
          </p:cNvPr>
          <p:cNvSpPr>
            <a:spLocks noGrp="1"/>
          </p:cNvSpPr>
          <p:nvPr>
            <p:ph idx="1"/>
          </p:nvPr>
        </p:nvSpPr>
        <p:spPr>
          <a:xfrm>
            <a:off x="6231674" y="2148840"/>
            <a:ext cx="5625046" cy="4525963"/>
          </a:xfrm>
        </p:spPr>
        <p:txBody>
          <a:bodyPr>
            <a:normAutofit fontScale="70000" lnSpcReduction="20000"/>
          </a:bodyPr>
          <a:lstStyle/>
          <a:p>
            <a:pPr marL="0" indent="0">
              <a:buNone/>
            </a:pPr>
            <a:r>
              <a:rPr lang="es-MX" b="0" i="0" dirty="0">
                <a:effectLst/>
                <a:latin typeface="+mj-lt"/>
              </a:rPr>
              <a:t>La experiencia puede replicarse en otros contextos gracias a:</a:t>
            </a:r>
          </a:p>
          <a:p>
            <a:r>
              <a:rPr lang="es-MX" b="0" i="0" dirty="0">
                <a:effectLst/>
                <a:latin typeface="+mj-lt"/>
              </a:rPr>
              <a:t>Su enfoque flexible y adaptable a diferentes niveles educativos.</a:t>
            </a:r>
          </a:p>
          <a:p>
            <a:r>
              <a:rPr lang="es-MX" b="0" i="0" dirty="0">
                <a:effectLst/>
                <a:latin typeface="+mj-lt"/>
              </a:rPr>
              <a:t>La claridad metodológica (talleres, círculos restaurativos, materiales pedagógicos).</a:t>
            </a:r>
          </a:p>
          <a:p>
            <a:r>
              <a:rPr lang="es-MX" b="0" i="0" dirty="0">
                <a:effectLst/>
                <a:latin typeface="+mj-lt"/>
              </a:rPr>
              <a:t>Evidencias y sistematización que orientan la implementación.</a:t>
            </a:r>
          </a:p>
          <a:p>
            <a:r>
              <a:rPr lang="es-MX" b="0" i="0" dirty="0">
                <a:effectLst/>
                <a:latin typeface="+mj-lt"/>
              </a:rPr>
              <a:t>Potencial integración con proyectos de orientación escolar en otras instituciones.</a:t>
            </a:r>
          </a:p>
          <a:p>
            <a:pPr marL="0" indent="0">
              <a:buNone/>
            </a:pPr>
            <a:r>
              <a:rPr lang="es-MX" b="0" i="0" dirty="0">
                <a:effectLst/>
                <a:latin typeface="+mj-lt"/>
              </a:rPr>
              <a:t>Ofrece herramientas transferibles para instituciones rurales, urbanas o con diversidad sociocultural.</a:t>
            </a:r>
            <a:endParaRPr dirty="0">
              <a:latin typeface="+mj-lt"/>
            </a:endParaRPr>
          </a:p>
        </p:txBody>
      </p:sp>
      <p:pic>
        <p:nvPicPr>
          <p:cNvPr id="6" name="Imagen 5">
            <a:extLst>
              <a:ext uri="{FF2B5EF4-FFF2-40B4-BE49-F238E27FC236}">
                <a16:creationId xmlns:a16="http://schemas.microsoft.com/office/drawing/2014/main" id="{34E86064-C228-1CFD-9A51-3E724CEFC3EB}"/>
              </a:ext>
            </a:extLst>
          </p:cNvPr>
          <p:cNvPicPr>
            <a:picLocks noChangeAspect="1"/>
          </p:cNvPicPr>
          <p:nvPr/>
        </p:nvPicPr>
        <p:blipFill>
          <a:blip r:embed="rId8"/>
          <a:stretch>
            <a:fillRect/>
          </a:stretch>
        </p:blipFill>
        <p:spPr>
          <a:xfrm>
            <a:off x="224705" y="5730875"/>
            <a:ext cx="922189" cy="949009"/>
          </a:xfrm>
          <a:prstGeom prst="rect">
            <a:avLst/>
          </a:prstGeom>
        </p:spPr>
      </p:pic>
      <p:pic>
        <p:nvPicPr>
          <p:cNvPr id="7" name="Imagen 6">
            <a:extLst>
              <a:ext uri="{FF2B5EF4-FFF2-40B4-BE49-F238E27FC236}">
                <a16:creationId xmlns:a16="http://schemas.microsoft.com/office/drawing/2014/main" id="{BAEBAFCE-979A-A612-F0FF-C908154A3DBC}"/>
              </a:ext>
            </a:extLst>
          </p:cNvPr>
          <p:cNvPicPr>
            <a:picLocks noChangeAspect="1"/>
          </p:cNvPicPr>
          <p:nvPr/>
        </p:nvPicPr>
        <p:blipFill>
          <a:blip r:embed="rId9">
            <a:extLst>
              <a:ext uri="{BEBA8EAE-BF5A-486C-A8C5-ECC9F3942E4B}">
                <a14:imgProps xmlns:a14="http://schemas.microsoft.com/office/drawing/2010/main">
                  <a14:imgLayer r:embed="rId10">
                    <a14:imgEffect>
                      <a14:backgroundRemoval t="521" b="82422" l="14568" r="87555">
                        <a14:foregroundMark x1="20059" y1="31120" x2="20937" y2="4297"/>
                        <a14:foregroundMark x1="68668" y1="10156" x2="68668" y2="10156"/>
                        <a14:foregroundMark x1="65154" y1="4688" x2="77526" y2="26432"/>
                        <a14:foregroundMark x1="83821" y1="33333" x2="87555" y2="38542"/>
                        <a14:foregroundMark x1="87555" y1="38542" x2="87555" y2="38542"/>
                        <a14:foregroundMark x1="86384" y1="9896" x2="81113" y2="3516"/>
                        <a14:foregroundMark x1="81113" y1="3516" x2="81040" y2="3255"/>
                        <a14:foregroundMark x1="72108" y1="3906" x2="84700" y2="21354"/>
                        <a14:foregroundMark x1="85286" y1="27865" x2="84553" y2="16797"/>
                        <a14:foregroundMark x1="86384" y1="30469" x2="86530" y2="13151"/>
                        <a14:foregroundMark x1="85798" y1="19661" x2="75988" y2="4688"/>
                        <a14:foregroundMark x1="75988" y1="4688" x2="71157" y2="651"/>
                        <a14:foregroundMark x1="71157" y1="651" x2="72987" y2="6901"/>
                        <a14:foregroundMark x1="80600" y1="18490" x2="69839" y2="3646"/>
                        <a14:foregroundMark x1="68448" y1="2083" x2="69546" y2="1432"/>
                        <a14:foregroundMark x1="82211" y1="5078" x2="85066" y2="2474"/>
                        <a14:foregroundMark x1="85578" y1="10547" x2="86018" y2="651"/>
                        <a14:foregroundMark x1="80527" y1="5469" x2="77672" y2="2995"/>
                        <a14:foregroundMark x1="23792" y1="19271" x2="26647" y2="14453"/>
                        <a14:foregroundMark x1="26647" y1="14453" x2="22328" y2="13542"/>
                        <a14:foregroundMark x1="22328" y1="13542" x2="20132" y2="7161"/>
                        <a14:foregroundMark x1="20132" y1="7161" x2="20205" y2="3516"/>
                        <a14:foregroundMark x1="20351" y1="11589" x2="24231" y2="16276"/>
                        <a14:foregroundMark x1="24231" y1="16276" x2="24671" y2="22656"/>
                        <a14:foregroundMark x1="24671" y1="22656" x2="20425" y2="27734"/>
                        <a14:foregroundMark x1="20425" y1="27734" x2="16545" y2="25521"/>
                        <a14:foregroundMark x1="16545" y1="25521" x2="14641" y2="19010"/>
                        <a14:foregroundMark x1="14641" y1="19010" x2="14568" y2="13151"/>
                        <a14:foregroundMark x1="16032" y1="20443" x2="16398" y2="13411"/>
                        <a14:foregroundMark x1="16398" y1="13411" x2="20205" y2="10938"/>
                        <a14:foregroundMark x1="20205" y1="10938" x2="20351" y2="10938"/>
                        <a14:foregroundMark x1="17643" y1="14193" x2="21230" y2="10677"/>
                        <a14:foregroundMark x1="21230" y1="10677" x2="24451" y2="14583"/>
                        <a14:foregroundMark x1="24451" y1="14583" x2="25256" y2="20964"/>
                        <a14:foregroundMark x1="25256" y1="20964" x2="21962" y2="27604"/>
                        <a14:foregroundMark x1="21962" y1="27604" x2="17496" y2="26563"/>
                        <a14:foregroundMark x1="17277" y1="27344" x2="20205" y2="28385"/>
                        <a14:foregroundMark x1="19253" y1="29688" x2="21962" y2="28255"/>
                        <a14:foregroundMark x1="20425" y1="32292" x2="21303" y2="28385"/>
                        <a14:foregroundMark x1="16911" y1="12630" x2="20351" y2="10286"/>
                        <a14:foregroundMark x1="16984" y1="12760" x2="19839" y2="9896"/>
                        <a14:foregroundMark x1="24963" y1="16667" x2="24671" y2="23828"/>
                        <a14:foregroundMark x1="25183" y1="16667" x2="25183" y2="23307"/>
                        <a14:foregroundMark x1="25403" y1="16406" x2="25769" y2="21875"/>
                        <a14:foregroundMark x1="22987" y1="17578" x2="19034" y2="21484"/>
                        <a14:foregroundMark x1="19034" y1="21484" x2="22328" y2="21745"/>
                        <a14:foregroundMark x1="18448" y1="24479" x2="18594" y2="18229"/>
                        <a14:foregroundMark x1="18594" y1="18229" x2="20351" y2="16927"/>
                        <a14:foregroundMark x1="20278" y1="12630" x2="18521" y2="24349"/>
                        <a14:foregroundMark x1="18521" y1="24349" x2="18960" y2="25391"/>
                        <a14:foregroundMark x1="19180" y1="14063" x2="18009" y2="25260"/>
                        <a14:foregroundMark x1="18009" y1="16667" x2="18155" y2="23307"/>
                        <a14:foregroundMark x1="17570" y1="18099" x2="17496" y2="23177"/>
                        <a14:foregroundMark x1="21376" y1="29557" x2="22548" y2="27083"/>
                        <a14:foregroundMark x1="20205" y1="29427" x2="18814" y2="26302"/>
                        <a14:foregroundMark x1="86310" y1="17057" x2="87189" y2="29818"/>
                      </a14:backgroundRemoval>
                    </a14:imgEffect>
                  </a14:imgLayer>
                </a14:imgProps>
              </a:ext>
            </a:extLst>
          </a:blip>
          <a:srcRect l="51200" r="12164" b="8152"/>
          <a:stretch/>
        </p:blipFill>
        <p:spPr>
          <a:xfrm>
            <a:off x="9339884" y="1"/>
            <a:ext cx="2852115" cy="4349750"/>
          </a:xfrm>
          <a:prstGeom prst="rect">
            <a:avLst/>
          </a:prstGeom>
        </p:spPr>
      </p:pic>
      <p:pic>
        <p:nvPicPr>
          <p:cNvPr id="8" name="Imagen 7">
            <a:extLst>
              <a:ext uri="{FF2B5EF4-FFF2-40B4-BE49-F238E27FC236}">
                <a16:creationId xmlns:a16="http://schemas.microsoft.com/office/drawing/2014/main" id="{1F0ADE6B-0477-40A2-91AE-FA3A87F22AD5}"/>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913061" y="2148840"/>
            <a:ext cx="4983333" cy="3950573"/>
          </a:xfrm>
          <a:prstGeom prst="snip2DiagRect">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217735774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1F368CA2-4FB3-1EDE-CA76-9CC85A307BE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graphicFrame>
        <p:nvGraphicFramePr>
          <p:cNvPr id="9" name="Diagrama 8">
            <a:extLst>
              <a:ext uri="{FF2B5EF4-FFF2-40B4-BE49-F238E27FC236}">
                <a16:creationId xmlns:a16="http://schemas.microsoft.com/office/drawing/2014/main" id="{2E281524-A474-8C7C-8776-52D0949F6918}"/>
              </a:ext>
            </a:extLst>
          </p:cNvPr>
          <p:cNvGraphicFramePr/>
          <p:nvPr>
            <p:extLst>
              <p:ext uri="{D42A27DB-BD31-4B8C-83A1-F6EECF244321}">
                <p14:modId xmlns:p14="http://schemas.microsoft.com/office/powerpoint/2010/main" val="4071360712"/>
              </p:ext>
            </p:extLst>
          </p:nvPr>
        </p:nvGraphicFramePr>
        <p:xfrm>
          <a:off x="1981200" y="846138"/>
          <a:ext cx="8229600" cy="1143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0" name="Content Placeholder 2">
            <a:extLst>
              <a:ext uri="{FF2B5EF4-FFF2-40B4-BE49-F238E27FC236}">
                <a16:creationId xmlns:a16="http://schemas.microsoft.com/office/drawing/2014/main" id="{C0B610F2-5603-5175-5C8E-12D9C8E86866}"/>
              </a:ext>
            </a:extLst>
          </p:cNvPr>
          <p:cNvSpPr>
            <a:spLocks noGrp="1"/>
          </p:cNvSpPr>
          <p:nvPr>
            <p:ph idx="1"/>
          </p:nvPr>
        </p:nvSpPr>
        <p:spPr>
          <a:xfrm>
            <a:off x="1097281" y="2278062"/>
            <a:ext cx="4724401" cy="4236721"/>
          </a:xfrm>
        </p:spPr>
        <p:txBody>
          <a:bodyPr>
            <a:noAutofit/>
          </a:bodyPr>
          <a:lstStyle/>
          <a:p>
            <a:pPr marL="0" indent="0">
              <a:buNone/>
            </a:pPr>
            <a:r>
              <a:rPr lang="es-MX" sz="1600" dirty="0">
                <a:latin typeface="+mj-lt"/>
              </a:rPr>
              <a:t>Garantizan la continuidad:</a:t>
            </a:r>
          </a:p>
          <a:p>
            <a:r>
              <a:rPr lang="es-MX" sz="1600" dirty="0">
                <a:latin typeface="+mj-lt"/>
              </a:rPr>
              <a:t>Alineación con el PEI y PMI.</a:t>
            </a:r>
          </a:p>
          <a:p>
            <a:r>
              <a:rPr lang="es-MX" sz="1600" dirty="0">
                <a:latin typeface="+mj-lt"/>
              </a:rPr>
              <a:t>Participación activa de docentes orientadores y directivos.</a:t>
            </a:r>
          </a:p>
          <a:p>
            <a:r>
              <a:rPr lang="es-MX" sz="1600" dirty="0">
                <a:latin typeface="+mj-lt"/>
              </a:rPr>
              <a:t>Integración transversal en áreas curriculares.</a:t>
            </a:r>
          </a:p>
          <a:p>
            <a:r>
              <a:rPr lang="es-MX" sz="1600" dirty="0">
                <a:latin typeface="+mj-lt"/>
              </a:rPr>
              <a:t>Actualización constante de materiales.</a:t>
            </a:r>
          </a:p>
          <a:p>
            <a:r>
              <a:rPr lang="es-MX" sz="1600" dirty="0">
                <a:latin typeface="+mj-lt"/>
              </a:rPr>
              <a:t>Articulación con políticas públicas de convivencia y educación sexual.</a:t>
            </a:r>
          </a:p>
          <a:p>
            <a:r>
              <a:rPr lang="es-MX" sz="1600" dirty="0">
                <a:latin typeface="+mj-lt"/>
              </a:rPr>
              <a:t>Formación continua a docentes y estudiantes.</a:t>
            </a:r>
          </a:p>
          <a:p>
            <a:pPr marL="0" indent="0">
              <a:buNone/>
            </a:pPr>
            <a:r>
              <a:rPr lang="es-MX" sz="1600" dirty="0">
                <a:latin typeface="+mj-lt"/>
              </a:rPr>
              <a:t>La experiencia puede mantenerse y escalarse en el tiempo gracias a su estructura participativa y sistémica.</a:t>
            </a:r>
            <a:endParaRPr sz="1600" dirty="0">
              <a:latin typeface="+mj-lt"/>
            </a:endParaRPr>
          </a:p>
        </p:txBody>
      </p:sp>
      <p:pic>
        <p:nvPicPr>
          <p:cNvPr id="11" name="Imagen 10">
            <a:extLst>
              <a:ext uri="{FF2B5EF4-FFF2-40B4-BE49-F238E27FC236}">
                <a16:creationId xmlns:a16="http://schemas.microsoft.com/office/drawing/2014/main" id="{324A422B-7AC3-D6D1-B920-CFE288F8717F}"/>
              </a:ext>
            </a:extLst>
          </p:cNvPr>
          <p:cNvPicPr>
            <a:picLocks noChangeAspect="1"/>
          </p:cNvPicPr>
          <p:nvPr/>
        </p:nvPicPr>
        <p:blipFill>
          <a:blip r:embed="rId8"/>
          <a:stretch>
            <a:fillRect/>
          </a:stretch>
        </p:blipFill>
        <p:spPr>
          <a:xfrm>
            <a:off x="224705" y="5730875"/>
            <a:ext cx="922189" cy="949009"/>
          </a:xfrm>
          <a:prstGeom prst="rect">
            <a:avLst/>
          </a:prstGeom>
        </p:spPr>
      </p:pic>
      <p:pic>
        <p:nvPicPr>
          <p:cNvPr id="12" name="Imagen 11">
            <a:extLst>
              <a:ext uri="{FF2B5EF4-FFF2-40B4-BE49-F238E27FC236}">
                <a16:creationId xmlns:a16="http://schemas.microsoft.com/office/drawing/2014/main" id="{8639B7ED-3ABB-824A-2CD0-913977E7ACA6}"/>
              </a:ext>
            </a:extLst>
          </p:cNvPr>
          <p:cNvPicPr>
            <a:picLocks noChangeAspect="1"/>
          </p:cNvPicPr>
          <p:nvPr/>
        </p:nvPicPr>
        <p:blipFill>
          <a:blip r:embed="rId9">
            <a:extLst>
              <a:ext uri="{BEBA8EAE-BF5A-486C-A8C5-ECC9F3942E4B}">
                <a14:imgProps xmlns:a14="http://schemas.microsoft.com/office/drawing/2010/main">
                  <a14:imgLayer r:embed="rId10">
                    <a14:imgEffect>
                      <a14:backgroundRemoval t="521" b="82422" l="14568" r="87555">
                        <a14:foregroundMark x1="20059" y1="31120" x2="20937" y2="4297"/>
                        <a14:foregroundMark x1="68668" y1="10156" x2="68668" y2="10156"/>
                        <a14:foregroundMark x1="65154" y1="4688" x2="77526" y2="26432"/>
                        <a14:foregroundMark x1="83821" y1="33333" x2="87555" y2="38542"/>
                        <a14:foregroundMark x1="87555" y1="38542" x2="87555" y2="38542"/>
                        <a14:foregroundMark x1="86384" y1="9896" x2="81113" y2="3516"/>
                        <a14:foregroundMark x1="81113" y1="3516" x2="81040" y2="3255"/>
                        <a14:foregroundMark x1="72108" y1="3906" x2="84700" y2="21354"/>
                        <a14:foregroundMark x1="85286" y1="27865" x2="84553" y2="16797"/>
                        <a14:foregroundMark x1="86384" y1="30469" x2="86530" y2="13151"/>
                        <a14:foregroundMark x1="85798" y1="19661" x2="75988" y2="4688"/>
                        <a14:foregroundMark x1="75988" y1="4688" x2="71157" y2="651"/>
                        <a14:foregroundMark x1="71157" y1="651" x2="72987" y2="6901"/>
                        <a14:foregroundMark x1="80600" y1="18490" x2="69839" y2="3646"/>
                        <a14:foregroundMark x1="68448" y1="2083" x2="69546" y2="1432"/>
                        <a14:foregroundMark x1="82211" y1="5078" x2="85066" y2="2474"/>
                        <a14:foregroundMark x1="85578" y1="10547" x2="86018" y2="651"/>
                        <a14:foregroundMark x1="80527" y1="5469" x2="77672" y2="2995"/>
                        <a14:foregroundMark x1="23792" y1="19271" x2="26647" y2="14453"/>
                        <a14:foregroundMark x1="26647" y1="14453" x2="22328" y2="13542"/>
                        <a14:foregroundMark x1="22328" y1="13542" x2="20132" y2="7161"/>
                        <a14:foregroundMark x1="20132" y1="7161" x2="20205" y2="3516"/>
                        <a14:foregroundMark x1="20351" y1="11589" x2="24231" y2="16276"/>
                        <a14:foregroundMark x1="24231" y1="16276" x2="24671" y2="22656"/>
                        <a14:foregroundMark x1="24671" y1="22656" x2="20425" y2="27734"/>
                        <a14:foregroundMark x1="20425" y1="27734" x2="16545" y2="25521"/>
                        <a14:foregroundMark x1="16545" y1="25521" x2="14641" y2="19010"/>
                        <a14:foregroundMark x1="14641" y1="19010" x2="14568" y2="13151"/>
                        <a14:foregroundMark x1="16032" y1="20443" x2="16398" y2="13411"/>
                        <a14:foregroundMark x1="16398" y1="13411" x2="20205" y2="10938"/>
                        <a14:foregroundMark x1="20205" y1="10938" x2="20351" y2="10938"/>
                        <a14:foregroundMark x1="17643" y1="14193" x2="21230" y2="10677"/>
                        <a14:foregroundMark x1="21230" y1="10677" x2="24451" y2="14583"/>
                        <a14:foregroundMark x1="24451" y1="14583" x2="25256" y2="20964"/>
                        <a14:foregroundMark x1="25256" y1="20964" x2="21962" y2="27604"/>
                        <a14:foregroundMark x1="21962" y1="27604" x2="17496" y2="26563"/>
                        <a14:foregroundMark x1="17277" y1="27344" x2="20205" y2="28385"/>
                        <a14:foregroundMark x1="19253" y1="29688" x2="21962" y2="28255"/>
                        <a14:foregroundMark x1="20425" y1="32292" x2="21303" y2="28385"/>
                        <a14:foregroundMark x1="16911" y1="12630" x2="20351" y2="10286"/>
                        <a14:foregroundMark x1="16984" y1="12760" x2="19839" y2="9896"/>
                        <a14:foregroundMark x1="24963" y1="16667" x2="24671" y2="23828"/>
                        <a14:foregroundMark x1="25183" y1="16667" x2="25183" y2="23307"/>
                        <a14:foregroundMark x1="25403" y1="16406" x2="25769" y2="21875"/>
                        <a14:foregroundMark x1="22987" y1="17578" x2="19034" y2="21484"/>
                        <a14:foregroundMark x1="19034" y1="21484" x2="22328" y2="21745"/>
                        <a14:foregroundMark x1="18448" y1="24479" x2="18594" y2="18229"/>
                        <a14:foregroundMark x1="18594" y1="18229" x2="20351" y2="16927"/>
                        <a14:foregroundMark x1="20278" y1="12630" x2="18521" y2="24349"/>
                        <a14:foregroundMark x1="18521" y1="24349" x2="18960" y2="25391"/>
                        <a14:foregroundMark x1="19180" y1="14063" x2="18009" y2="25260"/>
                        <a14:foregroundMark x1="18009" y1="16667" x2="18155" y2="23307"/>
                        <a14:foregroundMark x1="17570" y1="18099" x2="17496" y2="23177"/>
                        <a14:foregroundMark x1="21376" y1="29557" x2="22548" y2="27083"/>
                        <a14:foregroundMark x1="20205" y1="29427" x2="18814" y2="26302"/>
                        <a14:foregroundMark x1="86310" y1="17057" x2="87189" y2="29818"/>
                      </a14:backgroundRemoval>
                    </a14:imgEffect>
                  </a14:imgLayer>
                </a14:imgProps>
              </a:ext>
            </a:extLst>
          </a:blip>
          <a:srcRect l="51200" r="12164" b="8152"/>
          <a:stretch/>
        </p:blipFill>
        <p:spPr>
          <a:xfrm>
            <a:off x="9339884" y="1"/>
            <a:ext cx="2852115" cy="4349750"/>
          </a:xfrm>
          <a:prstGeom prst="rect">
            <a:avLst/>
          </a:prstGeom>
        </p:spPr>
      </p:pic>
      <p:pic>
        <p:nvPicPr>
          <p:cNvPr id="3" name="Imagen 2">
            <a:extLst>
              <a:ext uri="{FF2B5EF4-FFF2-40B4-BE49-F238E27FC236}">
                <a16:creationId xmlns:a16="http://schemas.microsoft.com/office/drawing/2014/main" id="{EECBA167-7895-422E-45A7-A8A224C07940}"/>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6164185" y="2278062"/>
            <a:ext cx="5586966" cy="3840163"/>
          </a:xfrm>
          <a:prstGeom prst="snip2DiagRect">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19722240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1F368CA2-4FB3-1EDE-CA76-9CC85A307BE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graphicFrame>
        <p:nvGraphicFramePr>
          <p:cNvPr id="7" name="Diagrama 6">
            <a:extLst>
              <a:ext uri="{FF2B5EF4-FFF2-40B4-BE49-F238E27FC236}">
                <a16:creationId xmlns:a16="http://schemas.microsoft.com/office/drawing/2014/main" id="{249EE349-634F-B004-0014-8453DC4EBEB3}"/>
              </a:ext>
            </a:extLst>
          </p:cNvPr>
          <p:cNvGraphicFramePr/>
          <p:nvPr>
            <p:extLst>
              <p:ext uri="{D42A27DB-BD31-4B8C-83A1-F6EECF244321}">
                <p14:modId xmlns:p14="http://schemas.microsoft.com/office/powerpoint/2010/main" val="1061886592"/>
              </p:ext>
            </p:extLst>
          </p:nvPr>
        </p:nvGraphicFramePr>
        <p:xfrm>
          <a:off x="1981200" y="777558"/>
          <a:ext cx="8229600" cy="1143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8" name="Content Placeholder 2">
            <a:extLst>
              <a:ext uri="{FF2B5EF4-FFF2-40B4-BE49-F238E27FC236}">
                <a16:creationId xmlns:a16="http://schemas.microsoft.com/office/drawing/2014/main" id="{4CD10EEC-514F-C364-0B9C-1EE0A3330052}"/>
              </a:ext>
            </a:extLst>
          </p:cNvPr>
          <p:cNvSpPr>
            <a:spLocks noGrp="1"/>
          </p:cNvSpPr>
          <p:nvPr>
            <p:ph idx="1"/>
          </p:nvPr>
        </p:nvSpPr>
        <p:spPr>
          <a:xfrm>
            <a:off x="5669282" y="2103120"/>
            <a:ext cx="5943598" cy="4525963"/>
          </a:xfrm>
        </p:spPr>
        <p:txBody>
          <a:bodyPr>
            <a:normAutofit fontScale="62500" lnSpcReduction="20000"/>
          </a:bodyPr>
          <a:lstStyle/>
          <a:p>
            <a:pPr marL="0" indent="0">
              <a:buNone/>
            </a:pPr>
            <a:r>
              <a:rPr lang="es-MX" dirty="0">
                <a:latin typeface="+mj-lt"/>
              </a:rPr>
              <a:t>La experiencia incorpora innovación mediante:</a:t>
            </a:r>
          </a:p>
          <a:p>
            <a:r>
              <a:rPr lang="es-MX" dirty="0">
                <a:latin typeface="+mj-lt"/>
              </a:rPr>
              <a:t>Círculos restaurativos como estrategia socioemocional.</a:t>
            </a:r>
          </a:p>
          <a:p>
            <a:r>
              <a:rPr lang="es-MX" dirty="0">
                <a:latin typeface="+mj-lt"/>
              </a:rPr>
              <a:t>Materiales pedagógicos digitales e impresos.</a:t>
            </a:r>
          </a:p>
          <a:p>
            <a:r>
              <a:rPr lang="es-MX" dirty="0">
                <a:latin typeface="+mj-lt"/>
              </a:rPr>
              <a:t>Talleres vivenciales y metodologías activas.</a:t>
            </a:r>
          </a:p>
          <a:p>
            <a:r>
              <a:rPr lang="es-MX" dirty="0">
                <a:latin typeface="+mj-lt"/>
              </a:rPr>
              <a:t>Enfoque inclusivo con perspectiva diferencial.</a:t>
            </a:r>
          </a:p>
          <a:p>
            <a:r>
              <a:rPr lang="es-MX" dirty="0">
                <a:latin typeface="+mj-lt"/>
              </a:rPr>
              <a:t>Recursos simbólicos como kits de higiene menstrual y dispensadores institucionales.</a:t>
            </a:r>
          </a:p>
          <a:p>
            <a:r>
              <a:rPr lang="es-MX" dirty="0">
                <a:latin typeface="+mj-lt"/>
              </a:rPr>
              <a:t>Articulación interdisciplinar: arte, ciencias, ciudadanía, lenguaje.</a:t>
            </a:r>
          </a:p>
          <a:p>
            <a:pPr marL="0" indent="0">
              <a:buNone/>
            </a:pPr>
            <a:r>
              <a:rPr lang="es-MX" dirty="0">
                <a:latin typeface="+mj-lt"/>
              </a:rPr>
              <a:t>Fortalece el desarrollo integral y transforma la cultura escolar.</a:t>
            </a:r>
            <a:endParaRPr dirty="0">
              <a:latin typeface="+mj-lt"/>
            </a:endParaRPr>
          </a:p>
        </p:txBody>
      </p:sp>
      <p:pic>
        <p:nvPicPr>
          <p:cNvPr id="9" name="Imagen 8">
            <a:extLst>
              <a:ext uri="{FF2B5EF4-FFF2-40B4-BE49-F238E27FC236}">
                <a16:creationId xmlns:a16="http://schemas.microsoft.com/office/drawing/2014/main" id="{DE1C13FD-C8A4-5BD0-F9EE-2E74AD460B37}"/>
              </a:ext>
            </a:extLst>
          </p:cNvPr>
          <p:cNvPicPr>
            <a:picLocks noChangeAspect="1"/>
          </p:cNvPicPr>
          <p:nvPr/>
        </p:nvPicPr>
        <p:blipFill>
          <a:blip r:embed="rId8"/>
          <a:stretch>
            <a:fillRect/>
          </a:stretch>
        </p:blipFill>
        <p:spPr>
          <a:xfrm>
            <a:off x="224705" y="5730875"/>
            <a:ext cx="922189" cy="949009"/>
          </a:xfrm>
          <a:prstGeom prst="rect">
            <a:avLst/>
          </a:prstGeom>
        </p:spPr>
      </p:pic>
      <p:pic>
        <p:nvPicPr>
          <p:cNvPr id="10" name="Imagen 9">
            <a:extLst>
              <a:ext uri="{FF2B5EF4-FFF2-40B4-BE49-F238E27FC236}">
                <a16:creationId xmlns:a16="http://schemas.microsoft.com/office/drawing/2014/main" id="{30DA47C6-D915-98B0-45E5-D6C9A76D5B8F}"/>
              </a:ext>
            </a:extLst>
          </p:cNvPr>
          <p:cNvPicPr>
            <a:picLocks noChangeAspect="1"/>
          </p:cNvPicPr>
          <p:nvPr/>
        </p:nvPicPr>
        <p:blipFill>
          <a:blip r:embed="rId9">
            <a:extLst>
              <a:ext uri="{BEBA8EAE-BF5A-486C-A8C5-ECC9F3942E4B}">
                <a14:imgProps xmlns:a14="http://schemas.microsoft.com/office/drawing/2010/main">
                  <a14:imgLayer r:embed="rId10">
                    <a14:imgEffect>
                      <a14:backgroundRemoval t="521" b="82422" l="14568" r="87555">
                        <a14:foregroundMark x1="20059" y1="31120" x2="20937" y2="4297"/>
                        <a14:foregroundMark x1="68668" y1="10156" x2="68668" y2="10156"/>
                        <a14:foregroundMark x1="65154" y1="4688" x2="77526" y2="26432"/>
                        <a14:foregroundMark x1="83821" y1="33333" x2="87555" y2="38542"/>
                        <a14:foregroundMark x1="87555" y1="38542" x2="87555" y2="38542"/>
                        <a14:foregroundMark x1="86384" y1="9896" x2="81113" y2="3516"/>
                        <a14:foregroundMark x1="81113" y1="3516" x2="81040" y2="3255"/>
                        <a14:foregroundMark x1="72108" y1="3906" x2="84700" y2="21354"/>
                        <a14:foregroundMark x1="85286" y1="27865" x2="84553" y2="16797"/>
                        <a14:foregroundMark x1="86384" y1="30469" x2="86530" y2="13151"/>
                        <a14:foregroundMark x1="85798" y1="19661" x2="75988" y2="4688"/>
                        <a14:foregroundMark x1="75988" y1="4688" x2="71157" y2="651"/>
                        <a14:foregroundMark x1="71157" y1="651" x2="72987" y2="6901"/>
                        <a14:foregroundMark x1="80600" y1="18490" x2="69839" y2="3646"/>
                        <a14:foregroundMark x1="68448" y1="2083" x2="69546" y2="1432"/>
                        <a14:foregroundMark x1="82211" y1="5078" x2="85066" y2="2474"/>
                        <a14:foregroundMark x1="85578" y1="10547" x2="86018" y2="651"/>
                        <a14:foregroundMark x1="80527" y1="5469" x2="77672" y2="2995"/>
                        <a14:foregroundMark x1="23792" y1="19271" x2="26647" y2="14453"/>
                        <a14:foregroundMark x1="26647" y1="14453" x2="22328" y2="13542"/>
                        <a14:foregroundMark x1="22328" y1="13542" x2="20132" y2="7161"/>
                        <a14:foregroundMark x1="20132" y1="7161" x2="20205" y2="3516"/>
                        <a14:foregroundMark x1="20351" y1="11589" x2="24231" y2="16276"/>
                        <a14:foregroundMark x1="24231" y1="16276" x2="24671" y2="22656"/>
                        <a14:foregroundMark x1="24671" y1="22656" x2="20425" y2="27734"/>
                        <a14:foregroundMark x1="20425" y1="27734" x2="16545" y2="25521"/>
                        <a14:foregroundMark x1="16545" y1="25521" x2="14641" y2="19010"/>
                        <a14:foregroundMark x1="14641" y1="19010" x2="14568" y2="13151"/>
                        <a14:foregroundMark x1="16032" y1="20443" x2="16398" y2="13411"/>
                        <a14:foregroundMark x1="16398" y1="13411" x2="20205" y2="10938"/>
                        <a14:foregroundMark x1="20205" y1="10938" x2="20351" y2="10938"/>
                        <a14:foregroundMark x1="17643" y1="14193" x2="21230" y2="10677"/>
                        <a14:foregroundMark x1="21230" y1="10677" x2="24451" y2="14583"/>
                        <a14:foregroundMark x1="24451" y1="14583" x2="25256" y2="20964"/>
                        <a14:foregroundMark x1="25256" y1="20964" x2="21962" y2="27604"/>
                        <a14:foregroundMark x1="21962" y1="27604" x2="17496" y2="26563"/>
                        <a14:foregroundMark x1="17277" y1="27344" x2="20205" y2="28385"/>
                        <a14:foregroundMark x1="19253" y1="29688" x2="21962" y2="28255"/>
                        <a14:foregroundMark x1="20425" y1="32292" x2="21303" y2="28385"/>
                        <a14:foregroundMark x1="16911" y1="12630" x2="20351" y2="10286"/>
                        <a14:foregroundMark x1="16984" y1="12760" x2="19839" y2="9896"/>
                        <a14:foregroundMark x1="24963" y1="16667" x2="24671" y2="23828"/>
                        <a14:foregroundMark x1="25183" y1="16667" x2="25183" y2="23307"/>
                        <a14:foregroundMark x1="25403" y1="16406" x2="25769" y2="21875"/>
                        <a14:foregroundMark x1="22987" y1="17578" x2="19034" y2="21484"/>
                        <a14:foregroundMark x1="19034" y1="21484" x2="22328" y2="21745"/>
                        <a14:foregroundMark x1="18448" y1="24479" x2="18594" y2="18229"/>
                        <a14:foregroundMark x1="18594" y1="18229" x2="20351" y2="16927"/>
                        <a14:foregroundMark x1="20278" y1="12630" x2="18521" y2="24349"/>
                        <a14:foregroundMark x1="18521" y1="24349" x2="18960" y2="25391"/>
                        <a14:foregroundMark x1="19180" y1="14063" x2="18009" y2="25260"/>
                        <a14:foregroundMark x1="18009" y1="16667" x2="18155" y2="23307"/>
                        <a14:foregroundMark x1="17570" y1="18099" x2="17496" y2="23177"/>
                        <a14:foregroundMark x1="21376" y1="29557" x2="22548" y2="27083"/>
                        <a14:foregroundMark x1="20205" y1="29427" x2="18814" y2="26302"/>
                        <a14:foregroundMark x1="86310" y1="17057" x2="87189" y2="29818"/>
                      </a14:backgroundRemoval>
                    </a14:imgEffect>
                  </a14:imgLayer>
                </a14:imgProps>
              </a:ext>
            </a:extLst>
          </a:blip>
          <a:srcRect l="51200" r="12164" b="8152"/>
          <a:stretch/>
        </p:blipFill>
        <p:spPr>
          <a:xfrm>
            <a:off x="9339884" y="1"/>
            <a:ext cx="2852115" cy="4349750"/>
          </a:xfrm>
          <a:prstGeom prst="rect">
            <a:avLst/>
          </a:prstGeom>
        </p:spPr>
      </p:pic>
      <p:pic>
        <p:nvPicPr>
          <p:cNvPr id="3" name="Imagen 2">
            <a:extLst>
              <a:ext uri="{FF2B5EF4-FFF2-40B4-BE49-F238E27FC236}">
                <a16:creationId xmlns:a16="http://schemas.microsoft.com/office/drawing/2014/main" id="{A7D0D86B-267D-998B-1243-082495886B67}"/>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857335" y="1920558"/>
            <a:ext cx="4541517" cy="4349750"/>
          </a:xfrm>
          <a:prstGeom prst="snip2DiagRect">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189899699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EAB60D-9DB1-8AD4-24B9-E3C1FA81B91E}"/>
            </a:ext>
          </a:extLst>
        </p:cNvPr>
        <p:cNvGrpSpPr/>
        <p:nvPr/>
      </p:nvGrpSpPr>
      <p:grpSpPr>
        <a:xfrm>
          <a:off x="0" y="0"/>
          <a:ext cx="0" cy="0"/>
          <a:chOff x="0" y="0"/>
          <a:chExt cx="0" cy="0"/>
        </a:xfrm>
      </p:grpSpPr>
      <p:pic>
        <p:nvPicPr>
          <p:cNvPr id="5" name="Imagen 4">
            <a:extLst>
              <a:ext uri="{FF2B5EF4-FFF2-40B4-BE49-F238E27FC236}">
                <a16:creationId xmlns:a16="http://schemas.microsoft.com/office/drawing/2014/main" id="{E6E46B83-5BA9-4B4C-E118-874016A9074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graphicFrame>
        <p:nvGraphicFramePr>
          <p:cNvPr id="4" name="Diagrama 3">
            <a:extLst>
              <a:ext uri="{FF2B5EF4-FFF2-40B4-BE49-F238E27FC236}">
                <a16:creationId xmlns:a16="http://schemas.microsoft.com/office/drawing/2014/main" id="{D9E624C4-7463-954A-94B2-88929AA6669E}"/>
              </a:ext>
            </a:extLst>
          </p:cNvPr>
          <p:cNvGraphicFramePr/>
          <p:nvPr>
            <p:extLst>
              <p:ext uri="{D42A27DB-BD31-4B8C-83A1-F6EECF244321}">
                <p14:modId xmlns:p14="http://schemas.microsoft.com/office/powerpoint/2010/main" val="718641978"/>
              </p:ext>
            </p:extLst>
          </p:nvPr>
        </p:nvGraphicFramePr>
        <p:xfrm>
          <a:off x="2217420" y="708978"/>
          <a:ext cx="8229600" cy="1143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 name="Content Placeholder 2">
            <a:extLst>
              <a:ext uri="{FF2B5EF4-FFF2-40B4-BE49-F238E27FC236}">
                <a16:creationId xmlns:a16="http://schemas.microsoft.com/office/drawing/2014/main" id="{88AA75A4-2E32-8837-855F-160F7A763D4B}"/>
              </a:ext>
            </a:extLst>
          </p:cNvPr>
          <p:cNvSpPr>
            <a:spLocks noGrp="1"/>
          </p:cNvSpPr>
          <p:nvPr>
            <p:ph idx="1"/>
          </p:nvPr>
        </p:nvSpPr>
        <p:spPr>
          <a:xfrm>
            <a:off x="931985" y="2034540"/>
            <a:ext cx="10752992" cy="4525963"/>
          </a:xfrm>
        </p:spPr>
        <p:txBody>
          <a:bodyPr/>
          <a:lstStyle/>
          <a:p>
            <a:pPr marL="0" indent="0" algn="ctr">
              <a:buNone/>
            </a:pPr>
            <a:r>
              <a:rPr dirty="0" err="1"/>
              <a:t>Responsable</a:t>
            </a:r>
            <a:r>
              <a:rPr dirty="0"/>
              <a:t>(s): </a:t>
            </a:r>
            <a:r>
              <a:rPr lang="es-CO" dirty="0"/>
              <a:t>Luz </a:t>
            </a:r>
            <a:r>
              <a:rPr lang="es-CO" dirty="0" err="1"/>
              <a:t>Carine</a:t>
            </a:r>
            <a:r>
              <a:rPr lang="es-CO" dirty="0"/>
              <a:t> Jaramillo Artunduaga</a:t>
            </a:r>
          </a:p>
          <a:p>
            <a:pPr marL="0" indent="0" algn="ctr">
              <a:buNone/>
            </a:pPr>
            <a:r>
              <a:rPr dirty="0" err="1"/>
              <a:t>Correo</a:t>
            </a:r>
            <a:r>
              <a:rPr dirty="0"/>
              <a:t>(s</a:t>
            </a:r>
            <a:r>
              <a:rPr dirty="0" smtClean="0"/>
              <a:t>):</a:t>
            </a:r>
            <a:r>
              <a:rPr lang="es-CO" dirty="0" smtClean="0"/>
              <a:t>carine.jaramillo@normalpitalito.edu.co</a:t>
            </a:r>
            <a:endParaRPr dirty="0"/>
          </a:p>
          <a:p>
            <a:pPr marL="0" indent="0" algn="ctr">
              <a:buNone/>
            </a:pPr>
            <a:r>
              <a:rPr dirty="0" err="1"/>
              <a:t>Teléfono</a:t>
            </a:r>
            <a:r>
              <a:rPr dirty="0"/>
              <a:t> </a:t>
            </a:r>
            <a:r>
              <a:rPr lang="es-CO" dirty="0"/>
              <a:t>3114740184</a:t>
            </a:r>
            <a:endParaRPr dirty="0"/>
          </a:p>
        </p:txBody>
      </p:sp>
      <p:pic>
        <p:nvPicPr>
          <p:cNvPr id="9" name="Imagen 8">
            <a:extLst>
              <a:ext uri="{FF2B5EF4-FFF2-40B4-BE49-F238E27FC236}">
                <a16:creationId xmlns:a16="http://schemas.microsoft.com/office/drawing/2014/main" id="{B0935F67-8368-98DF-7166-843F67B62F73}"/>
              </a:ext>
            </a:extLst>
          </p:cNvPr>
          <p:cNvPicPr>
            <a:picLocks noChangeAspect="1"/>
          </p:cNvPicPr>
          <p:nvPr/>
        </p:nvPicPr>
        <p:blipFill>
          <a:blip r:embed="rId8"/>
          <a:stretch>
            <a:fillRect/>
          </a:stretch>
        </p:blipFill>
        <p:spPr>
          <a:xfrm>
            <a:off x="224705" y="5730875"/>
            <a:ext cx="922189" cy="949009"/>
          </a:xfrm>
          <a:prstGeom prst="rect">
            <a:avLst/>
          </a:prstGeom>
        </p:spPr>
      </p:pic>
      <p:pic>
        <p:nvPicPr>
          <p:cNvPr id="10" name="Imagen 9">
            <a:extLst>
              <a:ext uri="{FF2B5EF4-FFF2-40B4-BE49-F238E27FC236}">
                <a16:creationId xmlns:a16="http://schemas.microsoft.com/office/drawing/2014/main" id="{DDB17440-D406-3DEE-108B-7D9F225BFF7E}"/>
              </a:ext>
            </a:extLst>
          </p:cNvPr>
          <p:cNvPicPr>
            <a:picLocks noChangeAspect="1"/>
          </p:cNvPicPr>
          <p:nvPr/>
        </p:nvPicPr>
        <p:blipFill>
          <a:blip r:embed="rId9">
            <a:extLst>
              <a:ext uri="{BEBA8EAE-BF5A-486C-A8C5-ECC9F3942E4B}">
                <a14:imgProps xmlns:a14="http://schemas.microsoft.com/office/drawing/2010/main">
                  <a14:imgLayer r:embed="rId10">
                    <a14:imgEffect>
                      <a14:backgroundRemoval t="521" b="82422" l="14568" r="87555">
                        <a14:foregroundMark x1="20059" y1="31120" x2="20937" y2="4297"/>
                        <a14:foregroundMark x1="68668" y1="10156" x2="68668" y2="10156"/>
                        <a14:foregroundMark x1="65154" y1="4688" x2="77526" y2="26432"/>
                        <a14:foregroundMark x1="83821" y1="33333" x2="87555" y2="38542"/>
                        <a14:foregroundMark x1="87555" y1="38542" x2="87555" y2="38542"/>
                        <a14:foregroundMark x1="86384" y1="9896" x2="81113" y2="3516"/>
                        <a14:foregroundMark x1="81113" y1="3516" x2="81040" y2="3255"/>
                        <a14:foregroundMark x1="72108" y1="3906" x2="84700" y2="21354"/>
                        <a14:foregroundMark x1="85286" y1="27865" x2="84553" y2="16797"/>
                        <a14:foregroundMark x1="86384" y1="30469" x2="86530" y2="13151"/>
                        <a14:foregroundMark x1="85798" y1="19661" x2="75988" y2="4688"/>
                        <a14:foregroundMark x1="75988" y1="4688" x2="71157" y2="651"/>
                        <a14:foregroundMark x1="71157" y1="651" x2="72987" y2="6901"/>
                        <a14:foregroundMark x1="80600" y1="18490" x2="69839" y2="3646"/>
                        <a14:foregroundMark x1="68448" y1="2083" x2="69546" y2="1432"/>
                        <a14:foregroundMark x1="82211" y1="5078" x2="85066" y2="2474"/>
                        <a14:foregroundMark x1="85578" y1="10547" x2="86018" y2="651"/>
                        <a14:foregroundMark x1="80527" y1="5469" x2="77672" y2="2995"/>
                        <a14:foregroundMark x1="23792" y1="19271" x2="26647" y2="14453"/>
                        <a14:foregroundMark x1="26647" y1="14453" x2="22328" y2="13542"/>
                        <a14:foregroundMark x1="22328" y1="13542" x2="20132" y2="7161"/>
                        <a14:foregroundMark x1="20132" y1="7161" x2="20205" y2="3516"/>
                        <a14:foregroundMark x1="20351" y1="11589" x2="24231" y2="16276"/>
                        <a14:foregroundMark x1="24231" y1="16276" x2="24671" y2="22656"/>
                        <a14:foregroundMark x1="24671" y1="22656" x2="20425" y2="27734"/>
                        <a14:foregroundMark x1="20425" y1="27734" x2="16545" y2="25521"/>
                        <a14:foregroundMark x1="16545" y1="25521" x2="14641" y2="19010"/>
                        <a14:foregroundMark x1="14641" y1="19010" x2="14568" y2="13151"/>
                        <a14:foregroundMark x1="16032" y1="20443" x2="16398" y2="13411"/>
                        <a14:foregroundMark x1="16398" y1="13411" x2="20205" y2="10938"/>
                        <a14:foregroundMark x1="20205" y1="10938" x2="20351" y2="10938"/>
                        <a14:foregroundMark x1="17643" y1="14193" x2="21230" y2="10677"/>
                        <a14:foregroundMark x1="21230" y1="10677" x2="24451" y2="14583"/>
                        <a14:foregroundMark x1="24451" y1="14583" x2="25256" y2="20964"/>
                        <a14:foregroundMark x1="25256" y1="20964" x2="21962" y2="27604"/>
                        <a14:foregroundMark x1="21962" y1="27604" x2="17496" y2="26563"/>
                        <a14:foregroundMark x1="17277" y1="27344" x2="20205" y2="28385"/>
                        <a14:foregroundMark x1="19253" y1="29688" x2="21962" y2="28255"/>
                        <a14:foregroundMark x1="20425" y1="32292" x2="21303" y2="28385"/>
                        <a14:foregroundMark x1="16911" y1="12630" x2="20351" y2="10286"/>
                        <a14:foregroundMark x1="16984" y1="12760" x2="19839" y2="9896"/>
                        <a14:foregroundMark x1="24963" y1="16667" x2="24671" y2="23828"/>
                        <a14:foregroundMark x1="25183" y1="16667" x2="25183" y2="23307"/>
                        <a14:foregroundMark x1="25403" y1="16406" x2="25769" y2="21875"/>
                        <a14:foregroundMark x1="22987" y1="17578" x2="19034" y2="21484"/>
                        <a14:foregroundMark x1="19034" y1="21484" x2="22328" y2="21745"/>
                        <a14:foregroundMark x1="18448" y1="24479" x2="18594" y2="18229"/>
                        <a14:foregroundMark x1="18594" y1="18229" x2="20351" y2="16927"/>
                        <a14:foregroundMark x1="20278" y1="12630" x2="18521" y2="24349"/>
                        <a14:foregroundMark x1="18521" y1="24349" x2="18960" y2="25391"/>
                        <a14:foregroundMark x1="19180" y1="14063" x2="18009" y2="25260"/>
                        <a14:foregroundMark x1="18009" y1="16667" x2="18155" y2="23307"/>
                        <a14:foregroundMark x1="17570" y1="18099" x2="17496" y2="23177"/>
                        <a14:foregroundMark x1="21376" y1="29557" x2="22548" y2="27083"/>
                        <a14:foregroundMark x1="20205" y1="29427" x2="18814" y2="26302"/>
                        <a14:foregroundMark x1="86310" y1="17057" x2="87189" y2="29818"/>
                      </a14:backgroundRemoval>
                    </a14:imgEffect>
                  </a14:imgLayer>
                </a14:imgProps>
              </a:ext>
            </a:extLst>
          </a:blip>
          <a:srcRect l="51200" r="12164" b="8152"/>
          <a:stretch/>
        </p:blipFill>
        <p:spPr>
          <a:xfrm>
            <a:off x="9339884" y="1"/>
            <a:ext cx="2852115" cy="4349750"/>
          </a:xfrm>
          <a:prstGeom prst="rect">
            <a:avLst/>
          </a:prstGeom>
        </p:spPr>
      </p:pic>
    </p:spTree>
    <p:extLst>
      <p:ext uri="{BB962C8B-B14F-4D97-AF65-F5344CB8AC3E}">
        <p14:creationId xmlns:p14="http://schemas.microsoft.com/office/powerpoint/2010/main" val="3895484238"/>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73</TotalTime>
  <Words>874</Words>
  <Application>Microsoft Office PowerPoint</Application>
  <PresentationFormat>Panorámica</PresentationFormat>
  <Paragraphs>82</Paragraphs>
  <Slides>12</Slides>
  <Notes>0</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12</vt:i4>
      </vt:variant>
    </vt:vector>
  </HeadingPairs>
  <TitlesOfParts>
    <vt:vector size="16" baseType="lpstr">
      <vt:lpstr>Aptos</vt:lpstr>
      <vt:lpstr>Aptos Display</vt:lpstr>
      <vt:lpstr>Arial</vt:lpstr>
      <vt:lpstr>Tema de Office</vt:lpstr>
      <vt:lpstr>Experiencia Significativa</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Sebastian Santamaria</dc:creator>
  <cp:lastModifiedBy>CALIDAD-MEJORAMIENTO</cp:lastModifiedBy>
  <cp:revision>29</cp:revision>
  <dcterms:created xsi:type="dcterms:W3CDTF">2025-07-23T15:35:07Z</dcterms:created>
  <dcterms:modified xsi:type="dcterms:W3CDTF">2026-06-16T16:40:57Z</dcterms:modified>
</cp:coreProperties>
</file>