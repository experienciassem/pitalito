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E8B35C-BEE1-438E-A4BD-78F9F20A000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s-CO"/>
        </a:p>
      </dgm:t>
    </dgm:pt>
    <dgm:pt modelId="{6E04109B-1D4C-4D23-A3CB-9E9406CA467C}">
      <dgm:prSet custT="1"/>
      <dgm:spPr/>
      <dgm:t>
        <a:bodyPr/>
        <a:lstStyle/>
        <a:p>
          <a:r>
            <a:rPr lang="es-MX" sz="1600"/>
            <a:t>Se sustenta en el modelo pedagógico socio-crítico y humanista de la Escuela Normal Superior de Pitalito, orientado a la formación integral y al desarrollo de competencias cognitivas, socioemocionales, ciudadanas y artísticas. La Banda Sinfónica se articula con el PEI, el PFC y el enfoque de Enseñanza para la Comprensión.</a:t>
          </a:r>
          <a:endParaRPr lang="es-CO" sz="1600"/>
        </a:p>
      </dgm:t>
    </dgm:pt>
    <dgm:pt modelId="{6D2AB8CC-AE87-49F1-BD90-D9ED28065D67}" type="parTrans" cxnId="{A562B622-AE41-4A22-9284-2B217E32BD6F}">
      <dgm:prSet/>
      <dgm:spPr/>
      <dgm:t>
        <a:bodyPr/>
        <a:lstStyle/>
        <a:p>
          <a:endParaRPr lang="es-CO" sz="2000"/>
        </a:p>
      </dgm:t>
    </dgm:pt>
    <dgm:pt modelId="{9752E82F-1440-42B9-93B6-2D2868AC1A46}" type="sibTrans" cxnId="{A562B622-AE41-4A22-9284-2B217E32BD6F}">
      <dgm:prSet/>
      <dgm:spPr/>
      <dgm:t>
        <a:bodyPr/>
        <a:lstStyle/>
        <a:p>
          <a:endParaRPr lang="es-CO" sz="2000"/>
        </a:p>
      </dgm:t>
    </dgm:pt>
    <dgm:pt modelId="{0F5E429D-2D0E-4CA4-A376-9781604E2CFC}">
      <dgm:prSet custT="1"/>
      <dgm:spPr/>
      <dgm:t>
        <a:bodyPr/>
        <a:lstStyle/>
        <a:p>
          <a:r>
            <a:rPr lang="es-MX" sz="1600"/>
            <a:t>Integra principios de pedagogía musical (Kodály), teorías del desarrollo (Vygotsky, Freud, Skinner) y elementos de musicoterapia. </a:t>
          </a:r>
          <a:endParaRPr lang="es-CO" sz="1600"/>
        </a:p>
      </dgm:t>
    </dgm:pt>
    <dgm:pt modelId="{5ADA37A5-BD61-42B6-B7B2-24D5130E1774}" type="parTrans" cxnId="{6CFAE2BD-3BDB-45DC-AC15-8EFCBEC10EF1}">
      <dgm:prSet/>
      <dgm:spPr/>
      <dgm:t>
        <a:bodyPr/>
        <a:lstStyle/>
        <a:p>
          <a:endParaRPr lang="es-CO" sz="2000"/>
        </a:p>
      </dgm:t>
    </dgm:pt>
    <dgm:pt modelId="{46DE8E8D-8F42-4317-9794-D74AE5DC239B}" type="sibTrans" cxnId="{6CFAE2BD-3BDB-45DC-AC15-8EFCBEC10EF1}">
      <dgm:prSet/>
      <dgm:spPr/>
      <dgm:t>
        <a:bodyPr/>
        <a:lstStyle/>
        <a:p>
          <a:endParaRPr lang="es-CO" sz="2000"/>
        </a:p>
      </dgm:t>
    </dgm:pt>
    <dgm:pt modelId="{6F81903D-4E07-44B0-A96F-BF42990825B8}">
      <dgm:prSet custT="1"/>
      <dgm:spPr/>
      <dgm:t>
        <a:bodyPr/>
        <a:lstStyle/>
        <a:p>
          <a:r>
            <a:rPr lang="es-MX" sz="1600"/>
            <a:t>Su metodología combina práctica instrumental individual y colectiva, repertorios progresivos y conciertos pedagógicos, generando aprendizajes significativos.</a:t>
          </a:r>
          <a:endParaRPr lang="es-CO" sz="1600"/>
        </a:p>
      </dgm:t>
    </dgm:pt>
    <dgm:pt modelId="{B19A5574-1BC3-4C10-9693-E4C105D9A01E}" type="parTrans" cxnId="{D1CB5FFB-7914-4502-AD18-F1B509471385}">
      <dgm:prSet/>
      <dgm:spPr/>
      <dgm:t>
        <a:bodyPr/>
        <a:lstStyle/>
        <a:p>
          <a:endParaRPr lang="es-CO" sz="2000"/>
        </a:p>
      </dgm:t>
    </dgm:pt>
    <dgm:pt modelId="{68503363-CDC2-4983-9296-C9385A275FA5}" type="sibTrans" cxnId="{D1CB5FFB-7914-4502-AD18-F1B509471385}">
      <dgm:prSet/>
      <dgm:spPr/>
      <dgm:t>
        <a:bodyPr/>
        <a:lstStyle/>
        <a:p>
          <a:endParaRPr lang="es-CO" sz="2000"/>
        </a:p>
      </dgm:t>
    </dgm:pt>
    <dgm:pt modelId="{F07079F9-F50C-45F5-AE7D-66072597B5F7}">
      <dgm:prSet custT="1"/>
      <dgm:spPr/>
      <dgm:t>
        <a:bodyPr/>
        <a:lstStyle/>
        <a:p>
          <a:r>
            <a:rPr lang="es-MX" sz="1600"/>
            <a:t>La experiencia se proyecta al PMI fortaleciendo ambientes de aprendizaje, convivencia y participación cultural.</a:t>
          </a:r>
          <a:endParaRPr lang="es-CO" sz="1600"/>
        </a:p>
      </dgm:t>
    </dgm:pt>
    <dgm:pt modelId="{0F238AB1-3D8E-4619-B3BA-E21AF50F4568}" type="parTrans" cxnId="{A0F240A3-E277-4104-9FFF-D391325D8B2B}">
      <dgm:prSet/>
      <dgm:spPr/>
      <dgm:t>
        <a:bodyPr/>
        <a:lstStyle/>
        <a:p>
          <a:endParaRPr lang="es-CO" sz="2000"/>
        </a:p>
      </dgm:t>
    </dgm:pt>
    <dgm:pt modelId="{783A0C86-0D6D-462D-A37C-3BD0CFD87160}" type="sibTrans" cxnId="{A0F240A3-E277-4104-9FFF-D391325D8B2B}">
      <dgm:prSet/>
      <dgm:spPr/>
      <dgm:t>
        <a:bodyPr/>
        <a:lstStyle/>
        <a:p>
          <a:endParaRPr lang="es-CO" sz="2000"/>
        </a:p>
      </dgm:t>
    </dgm:pt>
    <dgm:pt modelId="{AF7EE81C-0DFF-4D9C-AE6F-3CFAF946895C}" type="pres">
      <dgm:prSet presAssocID="{44E8B35C-BEE1-438E-A4BD-78F9F20A000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BD423C8-1DB3-47E7-8F35-DC57C335FAD5}" type="pres">
      <dgm:prSet presAssocID="{6E04109B-1D4C-4D23-A3CB-9E9406CA467C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D3168A2-6D1C-4BE1-ADE1-6458E0179988}" type="pres">
      <dgm:prSet presAssocID="{9752E82F-1440-42B9-93B6-2D2868AC1A46}" presName="spacer" presStyleCnt="0"/>
      <dgm:spPr/>
    </dgm:pt>
    <dgm:pt modelId="{91804096-8F59-445D-82B6-57E96C7F93F5}" type="pres">
      <dgm:prSet presAssocID="{0F5E429D-2D0E-4CA4-A376-9781604E2CFC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52532EA-48F0-416D-BD73-10E6374199CA}" type="pres">
      <dgm:prSet presAssocID="{46DE8E8D-8F42-4317-9794-D74AE5DC239B}" presName="spacer" presStyleCnt="0"/>
      <dgm:spPr/>
    </dgm:pt>
    <dgm:pt modelId="{65D91C99-17D2-4DA9-A393-F7AC42F1B065}" type="pres">
      <dgm:prSet presAssocID="{6F81903D-4E07-44B0-A96F-BF42990825B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DCDA154-39F9-43FE-A42E-CCBD6E7E741E}" type="pres">
      <dgm:prSet presAssocID="{68503363-CDC2-4983-9296-C9385A275FA5}" presName="spacer" presStyleCnt="0"/>
      <dgm:spPr/>
    </dgm:pt>
    <dgm:pt modelId="{A745B016-F4D6-4DDC-9D33-9A85DAE8F80C}" type="pres">
      <dgm:prSet presAssocID="{F07079F9-F50C-45F5-AE7D-66072597B5F7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079B392-99E1-40D8-8B19-1D1E8BE06C30}" type="presOf" srcId="{44E8B35C-BEE1-438E-A4BD-78F9F20A0003}" destId="{AF7EE81C-0DFF-4D9C-AE6F-3CFAF946895C}" srcOrd="0" destOrd="0" presId="urn:microsoft.com/office/officeart/2005/8/layout/vList2"/>
    <dgm:cxn modelId="{D216BCC0-8BDF-4390-933B-A3CE3B2CC52A}" type="presOf" srcId="{0F5E429D-2D0E-4CA4-A376-9781604E2CFC}" destId="{91804096-8F59-445D-82B6-57E96C7F93F5}" srcOrd="0" destOrd="0" presId="urn:microsoft.com/office/officeart/2005/8/layout/vList2"/>
    <dgm:cxn modelId="{A562B622-AE41-4A22-9284-2B217E32BD6F}" srcId="{44E8B35C-BEE1-438E-A4BD-78F9F20A0003}" destId="{6E04109B-1D4C-4D23-A3CB-9E9406CA467C}" srcOrd="0" destOrd="0" parTransId="{6D2AB8CC-AE87-49F1-BD90-D9ED28065D67}" sibTransId="{9752E82F-1440-42B9-93B6-2D2868AC1A46}"/>
    <dgm:cxn modelId="{0DB6BFB3-1960-48F6-89A3-1AEEC88C2641}" type="presOf" srcId="{6E04109B-1D4C-4D23-A3CB-9E9406CA467C}" destId="{0BD423C8-1DB3-47E7-8F35-DC57C335FAD5}" srcOrd="0" destOrd="0" presId="urn:microsoft.com/office/officeart/2005/8/layout/vList2"/>
    <dgm:cxn modelId="{760CC837-F443-41AC-8ADD-8903941ECE93}" type="presOf" srcId="{6F81903D-4E07-44B0-A96F-BF42990825B8}" destId="{65D91C99-17D2-4DA9-A393-F7AC42F1B065}" srcOrd="0" destOrd="0" presId="urn:microsoft.com/office/officeart/2005/8/layout/vList2"/>
    <dgm:cxn modelId="{D1CB5FFB-7914-4502-AD18-F1B509471385}" srcId="{44E8B35C-BEE1-438E-A4BD-78F9F20A0003}" destId="{6F81903D-4E07-44B0-A96F-BF42990825B8}" srcOrd="2" destOrd="0" parTransId="{B19A5574-1BC3-4C10-9693-E4C105D9A01E}" sibTransId="{68503363-CDC2-4983-9296-C9385A275FA5}"/>
    <dgm:cxn modelId="{6CFAE2BD-3BDB-45DC-AC15-8EFCBEC10EF1}" srcId="{44E8B35C-BEE1-438E-A4BD-78F9F20A0003}" destId="{0F5E429D-2D0E-4CA4-A376-9781604E2CFC}" srcOrd="1" destOrd="0" parTransId="{5ADA37A5-BD61-42B6-B7B2-24D5130E1774}" sibTransId="{46DE8E8D-8F42-4317-9794-D74AE5DC239B}"/>
    <dgm:cxn modelId="{A0F240A3-E277-4104-9FFF-D391325D8B2B}" srcId="{44E8B35C-BEE1-438E-A4BD-78F9F20A0003}" destId="{F07079F9-F50C-45F5-AE7D-66072597B5F7}" srcOrd="3" destOrd="0" parTransId="{0F238AB1-3D8E-4619-B3BA-E21AF50F4568}" sibTransId="{783A0C86-0D6D-462D-A37C-3BD0CFD87160}"/>
    <dgm:cxn modelId="{7C7A9C3D-002B-4CA3-BEDE-DDA6FCBFC31F}" type="presOf" srcId="{F07079F9-F50C-45F5-AE7D-66072597B5F7}" destId="{A745B016-F4D6-4DDC-9D33-9A85DAE8F80C}" srcOrd="0" destOrd="0" presId="urn:microsoft.com/office/officeart/2005/8/layout/vList2"/>
    <dgm:cxn modelId="{4FAE968F-FDB3-4183-A8AC-94CF363409BF}" type="presParOf" srcId="{AF7EE81C-0DFF-4D9C-AE6F-3CFAF946895C}" destId="{0BD423C8-1DB3-47E7-8F35-DC57C335FAD5}" srcOrd="0" destOrd="0" presId="urn:microsoft.com/office/officeart/2005/8/layout/vList2"/>
    <dgm:cxn modelId="{A72DECF7-FE57-46DF-B084-389331E4AEF3}" type="presParOf" srcId="{AF7EE81C-0DFF-4D9C-AE6F-3CFAF946895C}" destId="{0D3168A2-6D1C-4BE1-ADE1-6458E0179988}" srcOrd="1" destOrd="0" presId="urn:microsoft.com/office/officeart/2005/8/layout/vList2"/>
    <dgm:cxn modelId="{C56E4E9D-0CA1-43E4-B807-8B063C1741F4}" type="presParOf" srcId="{AF7EE81C-0DFF-4D9C-AE6F-3CFAF946895C}" destId="{91804096-8F59-445D-82B6-57E96C7F93F5}" srcOrd="2" destOrd="0" presId="urn:microsoft.com/office/officeart/2005/8/layout/vList2"/>
    <dgm:cxn modelId="{AE63873F-09E3-434D-B5E3-F2D0ADFE7135}" type="presParOf" srcId="{AF7EE81C-0DFF-4D9C-AE6F-3CFAF946895C}" destId="{D52532EA-48F0-416D-BD73-10E6374199CA}" srcOrd="3" destOrd="0" presId="urn:microsoft.com/office/officeart/2005/8/layout/vList2"/>
    <dgm:cxn modelId="{E2C26F23-8C23-4AD6-A0B1-D6B4074F9EE7}" type="presParOf" srcId="{AF7EE81C-0DFF-4D9C-AE6F-3CFAF946895C}" destId="{65D91C99-17D2-4DA9-A393-F7AC42F1B065}" srcOrd="4" destOrd="0" presId="urn:microsoft.com/office/officeart/2005/8/layout/vList2"/>
    <dgm:cxn modelId="{098E3757-C893-4D0E-8430-1995FD73C904}" type="presParOf" srcId="{AF7EE81C-0DFF-4D9C-AE6F-3CFAF946895C}" destId="{1DCDA154-39F9-43FE-A42E-CCBD6E7E741E}" srcOrd="5" destOrd="0" presId="urn:microsoft.com/office/officeart/2005/8/layout/vList2"/>
    <dgm:cxn modelId="{DCAE59B9-29DD-442A-9736-84B14175EA81}" type="presParOf" srcId="{AF7EE81C-0DFF-4D9C-AE6F-3CFAF946895C}" destId="{A745B016-F4D6-4DDC-9D33-9A85DAE8F8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E0433C-AB1F-483B-8E8C-9CDB43638307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B25B5FF9-CAD5-46C4-8FB2-A960860E5092}">
      <dgm:prSet/>
      <dgm:spPr/>
      <dgm:t>
        <a:bodyPr/>
        <a:lstStyle/>
        <a:p>
          <a:r>
            <a:rPr lang="es-MX" dirty="0"/>
            <a:t>Responde a la necesidad institucional y local de fortalecer</a:t>
          </a:r>
          <a:endParaRPr lang="es-CO" dirty="0"/>
        </a:p>
      </dgm:t>
    </dgm:pt>
    <dgm:pt modelId="{92BFF836-1BD5-4EB2-BE9E-35CDAE2AD45D}" type="parTrans" cxnId="{9A7ABCFB-AEFC-4A59-B08E-C6E101A5DA79}">
      <dgm:prSet/>
      <dgm:spPr/>
      <dgm:t>
        <a:bodyPr/>
        <a:lstStyle/>
        <a:p>
          <a:endParaRPr lang="es-CO"/>
        </a:p>
      </dgm:t>
    </dgm:pt>
    <dgm:pt modelId="{868A3B8D-A364-4A61-A0C3-4BE2A56128C1}" type="sibTrans" cxnId="{9A7ABCFB-AEFC-4A59-B08E-C6E101A5DA79}">
      <dgm:prSet/>
      <dgm:spPr/>
      <dgm:t>
        <a:bodyPr/>
        <a:lstStyle/>
        <a:p>
          <a:endParaRPr lang="es-CO"/>
        </a:p>
      </dgm:t>
    </dgm:pt>
    <dgm:pt modelId="{DA8A8A38-6703-4768-9531-6C13972A8990}">
      <dgm:prSet/>
      <dgm:spPr/>
      <dgm:t>
        <a:bodyPr/>
        <a:lstStyle/>
        <a:p>
          <a:r>
            <a:rPr lang="es-MX" dirty="0"/>
            <a:t>La educación artística</a:t>
          </a:r>
          <a:endParaRPr lang="es-CO" dirty="0"/>
        </a:p>
      </dgm:t>
    </dgm:pt>
    <dgm:pt modelId="{AF6948AF-F46A-4817-91B4-C67D28A95EF3}" type="parTrans" cxnId="{ECDA6A8A-1899-4B99-A89B-D9F405D9F99D}">
      <dgm:prSet/>
      <dgm:spPr/>
      <dgm:t>
        <a:bodyPr/>
        <a:lstStyle/>
        <a:p>
          <a:endParaRPr lang="es-CO"/>
        </a:p>
      </dgm:t>
    </dgm:pt>
    <dgm:pt modelId="{E541ED4F-9213-4011-B0FB-24E8846648A6}" type="sibTrans" cxnId="{ECDA6A8A-1899-4B99-A89B-D9F405D9F99D}">
      <dgm:prSet/>
      <dgm:spPr/>
      <dgm:t>
        <a:bodyPr/>
        <a:lstStyle/>
        <a:p>
          <a:endParaRPr lang="es-CO"/>
        </a:p>
      </dgm:t>
    </dgm:pt>
    <dgm:pt modelId="{D074945B-2C25-4D2F-BFC9-383A17AC7D95}">
      <dgm:prSet/>
      <dgm:spPr/>
      <dgm:t>
        <a:bodyPr/>
        <a:lstStyle/>
        <a:p>
          <a:r>
            <a:rPr lang="es-MX" dirty="0"/>
            <a:t>La convivencia escolar</a:t>
          </a:r>
          <a:endParaRPr lang="es-CO" dirty="0"/>
        </a:p>
      </dgm:t>
    </dgm:pt>
    <dgm:pt modelId="{665C530D-886F-4928-A786-E156D288CC27}" type="parTrans" cxnId="{7C163A8F-88F7-4592-9F70-EA36F15B67E6}">
      <dgm:prSet/>
      <dgm:spPr/>
      <dgm:t>
        <a:bodyPr/>
        <a:lstStyle/>
        <a:p>
          <a:endParaRPr lang="es-CO"/>
        </a:p>
      </dgm:t>
    </dgm:pt>
    <dgm:pt modelId="{C42AADB5-3DDD-436B-BC9E-6C026B387A7E}" type="sibTrans" cxnId="{7C163A8F-88F7-4592-9F70-EA36F15B67E6}">
      <dgm:prSet/>
      <dgm:spPr/>
      <dgm:t>
        <a:bodyPr/>
        <a:lstStyle/>
        <a:p>
          <a:endParaRPr lang="es-CO"/>
        </a:p>
      </dgm:t>
    </dgm:pt>
    <dgm:pt modelId="{71CF48F0-AF37-4016-A79E-4A50ECF18383}">
      <dgm:prSet/>
      <dgm:spPr/>
      <dgm:t>
        <a:bodyPr/>
        <a:lstStyle/>
        <a:p>
          <a:r>
            <a:rPr lang="es-MX" dirty="0"/>
            <a:t> El desarrollo socioemocional</a:t>
          </a:r>
          <a:endParaRPr lang="es-CO" dirty="0"/>
        </a:p>
      </dgm:t>
    </dgm:pt>
    <dgm:pt modelId="{A37A02D2-0C94-48E6-BCAA-7B4F5B1AE0C5}" type="parTrans" cxnId="{A6AFBA20-239D-4BE8-BA53-274ABC0E433B}">
      <dgm:prSet/>
      <dgm:spPr/>
      <dgm:t>
        <a:bodyPr/>
        <a:lstStyle/>
        <a:p>
          <a:endParaRPr lang="es-CO"/>
        </a:p>
      </dgm:t>
    </dgm:pt>
    <dgm:pt modelId="{28971AE9-19A6-49E7-980E-854B11EC5729}" type="sibTrans" cxnId="{A6AFBA20-239D-4BE8-BA53-274ABC0E433B}">
      <dgm:prSet/>
      <dgm:spPr/>
      <dgm:t>
        <a:bodyPr/>
        <a:lstStyle/>
        <a:p>
          <a:endParaRPr lang="es-CO"/>
        </a:p>
      </dgm:t>
    </dgm:pt>
    <dgm:pt modelId="{AB3E8146-9860-428E-99F7-823C8B882F26}" type="pres">
      <dgm:prSet presAssocID="{5DE0433C-AB1F-483B-8E8C-9CDB43638307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B5228F-6DE7-494C-8C94-E31B9A0E1B30}" type="pres">
      <dgm:prSet presAssocID="{B25B5FF9-CAD5-46C4-8FB2-A960860E5092}" presName="circle1" presStyleLbl="node1" presStyleIdx="0" presStyleCnt="4"/>
      <dgm:spPr/>
    </dgm:pt>
    <dgm:pt modelId="{F65BB513-F55F-478D-BCB5-3792AAE74D09}" type="pres">
      <dgm:prSet presAssocID="{B25B5FF9-CAD5-46C4-8FB2-A960860E5092}" presName="space" presStyleCnt="0"/>
      <dgm:spPr/>
    </dgm:pt>
    <dgm:pt modelId="{A248E767-5F01-4BFF-9FD8-868CB551C205}" type="pres">
      <dgm:prSet presAssocID="{B25B5FF9-CAD5-46C4-8FB2-A960860E5092}" presName="rect1" presStyleLbl="alignAcc1" presStyleIdx="0" presStyleCnt="4"/>
      <dgm:spPr/>
      <dgm:t>
        <a:bodyPr/>
        <a:lstStyle/>
        <a:p>
          <a:endParaRPr lang="es-ES"/>
        </a:p>
      </dgm:t>
    </dgm:pt>
    <dgm:pt modelId="{861F2AB7-5405-4134-864A-16FB4ACF5941}" type="pres">
      <dgm:prSet presAssocID="{DA8A8A38-6703-4768-9531-6C13972A8990}" presName="vertSpace2" presStyleLbl="node1" presStyleIdx="0" presStyleCnt="4"/>
      <dgm:spPr/>
    </dgm:pt>
    <dgm:pt modelId="{F8938621-3A51-46AE-B1BB-52EBB8F66BDE}" type="pres">
      <dgm:prSet presAssocID="{DA8A8A38-6703-4768-9531-6C13972A8990}" presName="circle2" presStyleLbl="node1" presStyleIdx="1" presStyleCnt="4"/>
      <dgm:spPr/>
    </dgm:pt>
    <dgm:pt modelId="{715CB14D-1C03-4A74-8776-36C99A0B3D39}" type="pres">
      <dgm:prSet presAssocID="{DA8A8A38-6703-4768-9531-6C13972A8990}" presName="rect2" presStyleLbl="alignAcc1" presStyleIdx="1" presStyleCnt="4"/>
      <dgm:spPr/>
      <dgm:t>
        <a:bodyPr/>
        <a:lstStyle/>
        <a:p>
          <a:endParaRPr lang="es-ES"/>
        </a:p>
      </dgm:t>
    </dgm:pt>
    <dgm:pt modelId="{DC8963F4-7B18-4AC0-B6A9-C575AD6F2707}" type="pres">
      <dgm:prSet presAssocID="{D074945B-2C25-4D2F-BFC9-383A17AC7D95}" presName="vertSpace3" presStyleLbl="node1" presStyleIdx="1" presStyleCnt="4"/>
      <dgm:spPr/>
    </dgm:pt>
    <dgm:pt modelId="{77DE43FA-3875-4955-A192-9EEAC4CDF59D}" type="pres">
      <dgm:prSet presAssocID="{D074945B-2C25-4D2F-BFC9-383A17AC7D95}" presName="circle3" presStyleLbl="node1" presStyleIdx="2" presStyleCnt="4"/>
      <dgm:spPr/>
    </dgm:pt>
    <dgm:pt modelId="{0A82CA93-79EF-4220-9395-7B29833A80F4}" type="pres">
      <dgm:prSet presAssocID="{D074945B-2C25-4D2F-BFC9-383A17AC7D95}" presName="rect3" presStyleLbl="alignAcc1" presStyleIdx="2" presStyleCnt="4"/>
      <dgm:spPr/>
      <dgm:t>
        <a:bodyPr/>
        <a:lstStyle/>
        <a:p>
          <a:endParaRPr lang="es-ES"/>
        </a:p>
      </dgm:t>
    </dgm:pt>
    <dgm:pt modelId="{94A0E2A3-C487-4863-9E25-339D2F675AC7}" type="pres">
      <dgm:prSet presAssocID="{71CF48F0-AF37-4016-A79E-4A50ECF18383}" presName="vertSpace4" presStyleLbl="node1" presStyleIdx="2" presStyleCnt="4"/>
      <dgm:spPr/>
    </dgm:pt>
    <dgm:pt modelId="{460B3A18-FC2F-4AFA-B68D-D6E924BC2452}" type="pres">
      <dgm:prSet presAssocID="{71CF48F0-AF37-4016-A79E-4A50ECF18383}" presName="circle4" presStyleLbl="node1" presStyleIdx="3" presStyleCnt="4"/>
      <dgm:spPr/>
    </dgm:pt>
    <dgm:pt modelId="{0EAAEE1D-CA09-4432-ACEC-B17CF8547E65}" type="pres">
      <dgm:prSet presAssocID="{71CF48F0-AF37-4016-A79E-4A50ECF18383}" presName="rect4" presStyleLbl="alignAcc1" presStyleIdx="3" presStyleCnt="4"/>
      <dgm:spPr/>
      <dgm:t>
        <a:bodyPr/>
        <a:lstStyle/>
        <a:p>
          <a:endParaRPr lang="es-ES"/>
        </a:p>
      </dgm:t>
    </dgm:pt>
    <dgm:pt modelId="{241933F5-3628-42C7-8165-78F8A7957955}" type="pres">
      <dgm:prSet presAssocID="{B25B5FF9-CAD5-46C4-8FB2-A960860E5092}" presName="rect1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8E03E0C-FA32-48BE-A4E2-4B2884F5DB41}" type="pres">
      <dgm:prSet presAssocID="{DA8A8A38-6703-4768-9531-6C13972A8990}" presName="rect2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0ADDEBC-F16F-4FFF-8A40-285EBD2BECE3}" type="pres">
      <dgm:prSet presAssocID="{D074945B-2C25-4D2F-BFC9-383A17AC7D95}" presName="rect3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91AFE3A-FE28-4E67-B866-131D4A86D179}" type="pres">
      <dgm:prSet presAssocID="{71CF48F0-AF37-4016-A79E-4A50ECF18383}" presName="rect4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55A5A27-76C5-4427-92D1-1C0AFCDBA5F6}" type="presOf" srcId="{B25B5FF9-CAD5-46C4-8FB2-A960860E5092}" destId="{241933F5-3628-42C7-8165-78F8A7957955}" srcOrd="1" destOrd="0" presId="urn:microsoft.com/office/officeart/2005/8/layout/target3"/>
    <dgm:cxn modelId="{0A93F3FD-44BC-4A9B-86CA-481CE7C47866}" type="presOf" srcId="{DA8A8A38-6703-4768-9531-6C13972A8990}" destId="{B8E03E0C-FA32-48BE-A4E2-4B2884F5DB41}" srcOrd="1" destOrd="0" presId="urn:microsoft.com/office/officeart/2005/8/layout/target3"/>
    <dgm:cxn modelId="{6ACF1C0A-18E6-4D41-846D-6C978F2ECB52}" type="presOf" srcId="{DA8A8A38-6703-4768-9531-6C13972A8990}" destId="{715CB14D-1C03-4A74-8776-36C99A0B3D39}" srcOrd="0" destOrd="0" presId="urn:microsoft.com/office/officeart/2005/8/layout/target3"/>
    <dgm:cxn modelId="{7EB317BA-9280-4850-80A5-AD3D77AC6E8D}" type="presOf" srcId="{71CF48F0-AF37-4016-A79E-4A50ECF18383}" destId="{B91AFE3A-FE28-4E67-B866-131D4A86D179}" srcOrd="1" destOrd="0" presId="urn:microsoft.com/office/officeart/2005/8/layout/target3"/>
    <dgm:cxn modelId="{A6AFBA20-239D-4BE8-BA53-274ABC0E433B}" srcId="{5DE0433C-AB1F-483B-8E8C-9CDB43638307}" destId="{71CF48F0-AF37-4016-A79E-4A50ECF18383}" srcOrd="3" destOrd="0" parTransId="{A37A02D2-0C94-48E6-BCAA-7B4F5B1AE0C5}" sibTransId="{28971AE9-19A6-49E7-980E-854B11EC5729}"/>
    <dgm:cxn modelId="{49D70566-43DB-4F9B-BC1E-7BE66FF3330F}" type="presOf" srcId="{D074945B-2C25-4D2F-BFC9-383A17AC7D95}" destId="{0A82CA93-79EF-4220-9395-7B29833A80F4}" srcOrd="0" destOrd="0" presId="urn:microsoft.com/office/officeart/2005/8/layout/target3"/>
    <dgm:cxn modelId="{7C163A8F-88F7-4592-9F70-EA36F15B67E6}" srcId="{5DE0433C-AB1F-483B-8E8C-9CDB43638307}" destId="{D074945B-2C25-4D2F-BFC9-383A17AC7D95}" srcOrd="2" destOrd="0" parTransId="{665C530D-886F-4928-A786-E156D288CC27}" sibTransId="{C42AADB5-3DDD-436B-BC9E-6C026B387A7E}"/>
    <dgm:cxn modelId="{ECDA6A8A-1899-4B99-A89B-D9F405D9F99D}" srcId="{5DE0433C-AB1F-483B-8E8C-9CDB43638307}" destId="{DA8A8A38-6703-4768-9531-6C13972A8990}" srcOrd="1" destOrd="0" parTransId="{AF6948AF-F46A-4817-91B4-C67D28A95EF3}" sibTransId="{E541ED4F-9213-4011-B0FB-24E8846648A6}"/>
    <dgm:cxn modelId="{9A48DB23-8DF1-423F-9BD0-404AF579D682}" type="presOf" srcId="{B25B5FF9-CAD5-46C4-8FB2-A960860E5092}" destId="{A248E767-5F01-4BFF-9FD8-868CB551C205}" srcOrd="0" destOrd="0" presId="urn:microsoft.com/office/officeart/2005/8/layout/target3"/>
    <dgm:cxn modelId="{7E8117E2-55FC-4E55-B1F4-9BDD2F63E581}" type="presOf" srcId="{D074945B-2C25-4D2F-BFC9-383A17AC7D95}" destId="{60ADDEBC-F16F-4FFF-8A40-285EBD2BECE3}" srcOrd="1" destOrd="0" presId="urn:microsoft.com/office/officeart/2005/8/layout/target3"/>
    <dgm:cxn modelId="{9A7ABCFB-AEFC-4A59-B08E-C6E101A5DA79}" srcId="{5DE0433C-AB1F-483B-8E8C-9CDB43638307}" destId="{B25B5FF9-CAD5-46C4-8FB2-A960860E5092}" srcOrd="0" destOrd="0" parTransId="{92BFF836-1BD5-4EB2-BE9E-35CDAE2AD45D}" sibTransId="{868A3B8D-A364-4A61-A0C3-4BE2A56128C1}"/>
    <dgm:cxn modelId="{94D7000E-B7BC-44DA-AF45-F33BB2A9D999}" type="presOf" srcId="{71CF48F0-AF37-4016-A79E-4A50ECF18383}" destId="{0EAAEE1D-CA09-4432-ACEC-B17CF8547E65}" srcOrd="0" destOrd="0" presId="urn:microsoft.com/office/officeart/2005/8/layout/target3"/>
    <dgm:cxn modelId="{4FE9890A-D32C-4ECD-B422-03D7FE49A6F6}" type="presOf" srcId="{5DE0433C-AB1F-483B-8E8C-9CDB43638307}" destId="{AB3E8146-9860-428E-99F7-823C8B882F26}" srcOrd="0" destOrd="0" presId="urn:microsoft.com/office/officeart/2005/8/layout/target3"/>
    <dgm:cxn modelId="{52E339A4-2DD5-4DCA-BD65-6A5DA8ED3D1C}" type="presParOf" srcId="{AB3E8146-9860-428E-99F7-823C8B882F26}" destId="{C8B5228F-6DE7-494C-8C94-E31B9A0E1B30}" srcOrd="0" destOrd="0" presId="urn:microsoft.com/office/officeart/2005/8/layout/target3"/>
    <dgm:cxn modelId="{B8A93BB8-B45F-48D5-9CA7-4771BEBC2BA7}" type="presParOf" srcId="{AB3E8146-9860-428E-99F7-823C8B882F26}" destId="{F65BB513-F55F-478D-BCB5-3792AAE74D09}" srcOrd="1" destOrd="0" presId="urn:microsoft.com/office/officeart/2005/8/layout/target3"/>
    <dgm:cxn modelId="{D5B805B3-E6EC-46C9-B719-65FBFE371829}" type="presParOf" srcId="{AB3E8146-9860-428E-99F7-823C8B882F26}" destId="{A248E767-5F01-4BFF-9FD8-868CB551C205}" srcOrd="2" destOrd="0" presId="urn:microsoft.com/office/officeart/2005/8/layout/target3"/>
    <dgm:cxn modelId="{2F3BD7AD-4F99-41B5-BD40-DEB369431D69}" type="presParOf" srcId="{AB3E8146-9860-428E-99F7-823C8B882F26}" destId="{861F2AB7-5405-4134-864A-16FB4ACF5941}" srcOrd="3" destOrd="0" presId="urn:microsoft.com/office/officeart/2005/8/layout/target3"/>
    <dgm:cxn modelId="{23CB2218-DC83-47BC-ADCC-C85C374C9387}" type="presParOf" srcId="{AB3E8146-9860-428E-99F7-823C8B882F26}" destId="{F8938621-3A51-46AE-B1BB-52EBB8F66BDE}" srcOrd="4" destOrd="0" presId="urn:microsoft.com/office/officeart/2005/8/layout/target3"/>
    <dgm:cxn modelId="{3F1224D0-2F34-4FD6-89FC-2D351AA24F11}" type="presParOf" srcId="{AB3E8146-9860-428E-99F7-823C8B882F26}" destId="{715CB14D-1C03-4A74-8776-36C99A0B3D39}" srcOrd="5" destOrd="0" presId="urn:microsoft.com/office/officeart/2005/8/layout/target3"/>
    <dgm:cxn modelId="{BB89602E-1AB6-4C7D-A3DF-5888B196995E}" type="presParOf" srcId="{AB3E8146-9860-428E-99F7-823C8B882F26}" destId="{DC8963F4-7B18-4AC0-B6A9-C575AD6F2707}" srcOrd="6" destOrd="0" presId="urn:microsoft.com/office/officeart/2005/8/layout/target3"/>
    <dgm:cxn modelId="{CAB514BD-EA8B-4C27-955C-C937BE3D3134}" type="presParOf" srcId="{AB3E8146-9860-428E-99F7-823C8B882F26}" destId="{77DE43FA-3875-4955-A192-9EEAC4CDF59D}" srcOrd="7" destOrd="0" presId="urn:microsoft.com/office/officeart/2005/8/layout/target3"/>
    <dgm:cxn modelId="{2CA2FAB8-4466-4079-80B4-ED248F98B622}" type="presParOf" srcId="{AB3E8146-9860-428E-99F7-823C8B882F26}" destId="{0A82CA93-79EF-4220-9395-7B29833A80F4}" srcOrd="8" destOrd="0" presId="urn:microsoft.com/office/officeart/2005/8/layout/target3"/>
    <dgm:cxn modelId="{6185C14C-DFBD-42B2-85DA-31B4CB12465F}" type="presParOf" srcId="{AB3E8146-9860-428E-99F7-823C8B882F26}" destId="{94A0E2A3-C487-4863-9E25-339D2F675AC7}" srcOrd="9" destOrd="0" presId="urn:microsoft.com/office/officeart/2005/8/layout/target3"/>
    <dgm:cxn modelId="{8A3D7385-C67A-4DB3-B1D3-40975256C608}" type="presParOf" srcId="{AB3E8146-9860-428E-99F7-823C8B882F26}" destId="{460B3A18-FC2F-4AFA-B68D-D6E924BC2452}" srcOrd="10" destOrd="0" presId="urn:microsoft.com/office/officeart/2005/8/layout/target3"/>
    <dgm:cxn modelId="{4B23CC66-792A-49E0-8C8A-F3208C104F4C}" type="presParOf" srcId="{AB3E8146-9860-428E-99F7-823C8B882F26}" destId="{0EAAEE1D-CA09-4432-ACEC-B17CF8547E65}" srcOrd="11" destOrd="0" presId="urn:microsoft.com/office/officeart/2005/8/layout/target3"/>
    <dgm:cxn modelId="{A20996CC-AC53-4108-8E51-855D5DE479BC}" type="presParOf" srcId="{AB3E8146-9860-428E-99F7-823C8B882F26}" destId="{241933F5-3628-42C7-8165-78F8A7957955}" srcOrd="12" destOrd="0" presId="urn:microsoft.com/office/officeart/2005/8/layout/target3"/>
    <dgm:cxn modelId="{89E3266B-E6C2-48DA-9916-25AE055AF155}" type="presParOf" srcId="{AB3E8146-9860-428E-99F7-823C8B882F26}" destId="{B8E03E0C-FA32-48BE-A4E2-4B2884F5DB41}" srcOrd="13" destOrd="0" presId="urn:microsoft.com/office/officeart/2005/8/layout/target3"/>
    <dgm:cxn modelId="{B7825FC0-1C01-457E-AA0F-FD03DAE94466}" type="presParOf" srcId="{AB3E8146-9860-428E-99F7-823C8B882F26}" destId="{60ADDEBC-F16F-4FFF-8A40-285EBD2BECE3}" srcOrd="14" destOrd="0" presId="urn:microsoft.com/office/officeart/2005/8/layout/target3"/>
    <dgm:cxn modelId="{8E1A7978-4A2A-4AB6-BA56-DACEA68F2D9E}" type="presParOf" srcId="{AB3E8146-9860-428E-99F7-823C8B882F26}" destId="{B91AFE3A-FE28-4E67-B866-131D4A86D179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9F7F35-D0A9-401B-A92B-1091AA581BF8}" type="doc">
      <dgm:prSet loTypeId="urn:microsoft.com/office/officeart/2005/8/layout/cycle4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8955A95C-9EAD-45C2-9B03-54CB3F2FCE5D}">
      <dgm:prSet custT="1"/>
      <dgm:spPr/>
      <dgm:t>
        <a:bodyPr/>
        <a:lstStyle/>
        <a:p>
          <a:r>
            <a:rPr lang="es-MX" sz="1400" dirty="0"/>
            <a:t>En Pitalito oferta limitada de procesos musicales</a:t>
          </a:r>
          <a:endParaRPr lang="es-CO" sz="1400" dirty="0"/>
        </a:p>
      </dgm:t>
    </dgm:pt>
    <dgm:pt modelId="{83058E39-4FF8-4284-8FDC-3614CBD342DC}" type="parTrans" cxnId="{371ED89F-E13E-4539-AB82-FA1C9001E2D8}">
      <dgm:prSet/>
      <dgm:spPr/>
      <dgm:t>
        <a:bodyPr/>
        <a:lstStyle/>
        <a:p>
          <a:endParaRPr lang="es-CO" sz="4000"/>
        </a:p>
      </dgm:t>
    </dgm:pt>
    <dgm:pt modelId="{11147F44-3550-4AB1-B24B-526F612DC2C2}" type="sibTrans" cxnId="{371ED89F-E13E-4539-AB82-FA1C9001E2D8}">
      <dgm:prSet/>
      <dgm:spPr/>
      <dgm:t>
        <a:bodyPr/>
        <a:lstStyle/>
        <a:p>
          <a:endParaRPr lang="es-CO" sz="4000"/>
        </a:p>
      </dgm:t>
    </dgm:pt>
    <dgm:pt modelId="{AB1B2995-917C-4A9D-972D-0F2483ABF1B0}">
      <dgm:prSet custT="1"/>
      <dgm:spPr/>
      <dgm:t>
        <a:bodyPr/>
        <a:lstStyle/>
        <a:p>
          <a:r>
            <a:rPr lang="es-MX" sz="1400" dirty="0"/>
            <a:t> formativos con enfoque pedagógico</a:t>
          </a:r>
          <a:endParaRPr lang="es-CO" sz="1400" dirty="0"/>
        </a:p>
      </dgm:t>
    </dgm:pt>
    <dgm:pt modelId="{CB28965E-074D-4E13-BC4F-A736E0F2517A}" type="parTrans" cxnId="{A7907E97-ECFC-459E-A28F-E0D6B7578D51}">
      <dgm:prSet/>
      <dgm:spPr/>
      <dgm:t>
        <a:bodyPr/>
        <a:lstStyle/>
        <a:p>
          <a:endParaRPr lang="es-CO" sz="4000"/>
        </a:p>
      </dgm:t>
    </dgm:pt>
    <dgm:pt modelId="{15FB42A6-C83B-42E1-B741-35641691516F}" type="sibTrans" cxnId="{A7907E97-ECFC-459E-A28F-E0D6B7578D51}">
      <dgm:prSet/>
      <dgm:spPr/>
      <dgm:t>
        <a:bodyPr/>
        <a:lstStyle/>
        <a:p>
          <a:endParaRPr lang="es-CO" sz="4000"/>
        </a:p>
      </dgm:t>
    </dgm:pt>
    <dgm:pt modelId="{489F3D5B-FD49-47D8-A40E-DBB2884236C5}">
      <dgm:prSet custT="1"/>
      <dgm:spPr/>
      <dgm:t>
        <a:bodyPr/>
        <a:lstStyle/>
        <a:p>
          <a:r>
            <a:rPr lang="es-MX" sz="1400" dirty="0"/>
            <a:t>terapéutico, </a:t>
          </a:r>
          <a:endParaRPr lang="es-CO" sz="1400" dirty="0"/>
        </a:p>
      </dgm:t>
    </dgm:pt>
    <dgm:pt modelId="{EAFAEF40-8AB9-44F2-8F06-660F0FE1C6A8}" type="parTrans" cxnId="{1D09380D-04CA-4464-AB7C-C1F0EB5925FC}">
      <dgm:prSet/>
      <dgm:spPr/>
      <dgm:t>
        <a:bodyPr/>
        <a:lstStyle/>
        <a:p>
          <a:endParaRPr lang="es-CO" sz="4000"/>
        </a:p>
      </dgm:t>
    </dgm:pt>
    <dgm:pt modelId="{357A1060-AE75-4464-96B1-325530342710}" type="sibTrans" cxnId="{1D09380D-04CA-4464-AB7C-C1F0EB5925FC}">
      <dgm:prSet/>
      <dgm:spPr/>
      <dgm:t>
        <a:bodyPr/>
        <a:lstStyle/>
        <a:p>
          <a:endParaRPr lang="es-CO" sz="4000"/>
        </a:p>
      </dgm:t>
    </dgm:pt>
    <dgm:pt modelId="{28AE93A2-1056-4DD3-BAEE-E6D4D0BDBF44}" type="pres">
      <dgm:prSet presAssocID="{949F7F35-D0A9-401B-A92B-1091AA581BF8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7F2377D-C7B5-456D-BA9A-545A4753AA31}" type="pres">
      <dgm:prSet presAssocID="{949F7F35-D0A9-401B-A92B-1091AA581BF8}" presName="children" presStyleCnt="0"/>
      <dgm:spPr/>
    </dgm:pt>
    <dgm:pt modelId="{31FEC55F-8F90-435B-A160-14543F28E0F5}" type="pres">
      <dgm:prSet presAssocID="{949F7F35-D0A9-401B-A92B-1091AA581BF8}" presName="childPlaceholder" presStyleCnt="0"/>
      <dgm:spPr/>
    </dgm:pt>
    <dgm:pt modelId="{F6B4822A-A2EE-4EE7-AED4-3BCEEF4FE263}" type="pres">
      <dgm:prSet presAssocID="{949F7F35-D0A9-401B-A92B-1091AA581BF8}" presName="circle" presStyleCnt="0"/>
      <dgm:spPr/>
    </dgm:pt>
    <dgm:pt modelId="{35FD1C21-B9E9-4E6E-A232-2A99FA88D540}" type="pres">
      <dgm:prSet presAssocID="{949F7F35-D0A9-401B-A92B-1091AA581BF8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196D168-F6F5-4161-8678-CDE85A6D49DF}" type="pres">
      <dgm:prSet presAssocID="{949F7F35-D0A9-401B-A92B-1091AA581BF8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B58835C-1223-49B3-8912-035D09FE4523}" type="pres">
      <dgm:prSet presAssocID="{949F7F35-D0A9-401B-A92B-1091AA581BF8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DD9D327-B997-410F-B40F-92563D36967F}" type="pres">
      <dgm:prSet presAssocID="{949F7F35-D0A9-401B-A92B-1091AA581BF8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B8FDC185-1E61-494A-9585-CAD84B668661}" type="pres">
      <dgm:prSet presAssocID="{949F7F35-D0A9-401B-A92B-1091AA581BF8}" presName="quadrantPlaceholder" presStyleCnt="0"/>
      <dgm:spPr/>
    </dgm:pt>
    <dgm:pt modelId="{A349B19D-42FE-44AE-8747-5C58887291B5}" type="pres">
      <dgm:prSet presAssocID="{949F7F35-D0A9-401B-A92B-1091AA581BF8}" presName="center1" presStyleLbl="fgShp" presStyleIdx="0" presStyleCnt="2"/>
      <dgm:spPr/>
    </dgm:pt>
    <dgm:pt modelId="{820E3A26-01DA-4489-A40F-76B3CE99779C}" type="pres">
      <dgm:prSet presAssocID="{949F7F35-D0A9-401B-A92B-1091AA581BF8}" presName="center2" presStyleLbl="fgShp" presStyleIdx="1" presStyleCnt="2"/>
      <dgm:spPr/>
    </dgm:pt>
  </dgm:ptLst>
  <dgm:cxnLst>
    <dgm:cxn modelId="{371ED89F-E13E-4539-AB82-FA1C9001E2D8}" srcId="{949F7F35-D0A9-401B-A92B-1091AA581BF8}" destId="{8955A95C-9EAD-45C2-9B03-54CB3F2FCE5D}" srcOrd="0" destOrd="0" parTransId="{83058E39-4FF8-4284-8FDC-3614CBD342DC}" sibTransId="{11147F44-3550-4AB1-B24B-526F612DC2C2}"/>
    <dgm:cxn modelId="{72682FEF-88E0-4B92-AD5A-B9500E295792}" type="presOf" srcId="{AB1B2995-917C-4A9D-972D-0F2483ABF1B0}" destId="{D196D168-F6F5-4161-8678-CDE85A6D49DF}" srcOrd="0" destOrd="0" presId="urn:microsoft.com/office/officeart/2005/8/layout/cycle4"/>
    <dgm:cxn modelId="{1D3F9FA1-E86A-4A42-AC88-456588FFC059}" type="presOf" srcId="{8955A95C-9EAD-45C2-9B03-54CB3F2FCE5D}" destId="{35FD1C21-B9E9-4E6E-A232-2A99FA88D540}" srcOrd="0" destOrd="0" presId="urn:microsoft.com/office/officeart/2005/8/layout/cycle4"/>
    <dgm:cxn modelId="{86255F66-75CD-437C-8384-8518A69F8E54}" type="presOf" srcId="{489F3D5B-FD49-47D8-A40E-DBB2884236C5}" destId="{2B58835C-1223-49B3-8912-035D09FE4523}" srcOrd="0" destOrd="0" presId="urn:microsoft.com/office/officeart/2005/8/layout/cycle4"/>
    <dgm:cxn modelId="{1D09380D-04CA-4464-AB7C-C1F0EB5925FC}" srcId="{949F7F35-D0A9-401B-A92B-1091AA581BF8}" destId="{489F3D5B-FD49-47D8-A40E-DBB2884236C5}" srcOrd="2" destOrd="0" parTransId="{EAFAEF40-8AB9-44F2-8F06-660F0FE1C6A8}" sibTransId="{357A1060-AE75-4464-96B1-325530342710}"/>
    <dgm:cxn modelId="{A7907E97-ECFC-459E-A28F-E0D6B7578D51}" srcId="{949F7F35-D0A9-401B-A92B-1091AA581BF8}" destId="{AB1B2995-917C-4A9D-972D-0F2483ABF1B0}" srcOrd="1" destOrd="0" parTransId="{CB28965E-074D-4E13-BC4F-A736E0F2517A}" sibTransId="{15FB42A6-C83B-42E1-B741-35641691516F}"/>
    <dgm:cxn modelId="{A412F547-9550-430B-8251-6F2FF4219395}" type="presOf" srcId="{949F7F35-D0A9-401B-A92B-1091AA581BF8}" destId="{28AE93A2-1056-4DD3-BAEE-E6D4D0BDBF44}" srcOrd="0" destOrd="0" presId="urn:microsoft.com/office/officeart/2005/8/layout/cycle4"/>
    <dgm:cxn modelId="{7C6DB4A9-3B51-40DB-BB14-F1D593578FF0}" type="presParOf" srcId="{28AE93A2-1056-4DD3-BAEE-E6D4D0BDBF44}" destId="{57F2377D-C7B5-456D-BA9A-545A4753AA31}" srcOrd="0" destOrd="0" presId="urn:microsoft.com/office/officeart/2005/8/layout/cycle4"/>
    <dgm:cxn modelId="{FFB4DACC-40DC-47B7-BDD2-084C607D29FD}" type="presParOf" srcId="{57F2377D-C7B5-456D-BA9A-545A4753AA31}" destId="{31FEC55F-8F90-435B-A160-14543F28E0F5}" srcOrd="0" destOrd="0" presId="urn:microsoft.com/office/officeart/2005/8/layout/cycle4"/>
    <dgm:cxn modelId="{7D42574B-C655-4F9B-9B33-7A693B279FB9}" type="presParOf" srcId="{28AE93A2-1056-4DD3-BAEE-E6D4D0BDBF44}" destId="{F6B4822A-A2EE-4EE7-AED4-3BCEEF4FE263}" srcOrd="1" destOrd="0" presId="urn:microsoft.com/office/officeart/2005/8/layout/cycle4"/>
    <dgm:cxn modelId="{01F2872E-E3AE-47E7-A0B8-7D04113CC038}" type="presParOf" srcId="{F6B4822A-A2EE-4EE7-AED4-3BCEEF4FE263}" destId="{35FD1C21-B9E9-4E6E-A232-2A99FA88D540}" srcOrd="0" destOrd="0" presId="urn:microsoft.com/office/officeart/2005/8/layout/cycle4"/>
    <dgm:cxn modelId="{E73471C9-AC64-40EE-AB5A-694EA25CD184}" type="presParOf" srcId="{F6B4822A-A2EE-4EE7-AED4-3BCEEF4FE263}" destId="{D196D168-F6F5-4161-8678-CDE85A6D49DF}" srcOrd="1" destOrd="0" presId="urn:microsoft.com/office/officeart/2005/8/layout/cycle4"/>
    <dgm:cxn modelId="{62F02846-D962-4F61-98B0-3CB026547355}" type="presParOf" srcId="{F6B4822A-A2EE-4EE7-AED4-3BCEEF4FE263}" destId="{2B58835C-1223-49B3-8912-035D09FE4523}" srcOrd="2" destOrd="0" presId="urn:microsoft.com/office/officeart/2005/8/layout/cycle4"/>
    <dgm:cxn modelId="{27A50DC4-7272-4178-9C47-70871D6493A8}" type="presParOf" srcId="{F6B4822A-A2EE-4EE7-AED4-3BCEEF4FE263}" destId="{3DD9D327-B997-410F-B40F-92563D36967F}" srcOrd="3" destOrd="0" presId="urn:microsoft.com/office/officeart/2005/8/layout/cycle4"/>
    <dgm:cxn modelId="{254C4B3E-EC67-40D9-BA83-8D22C3DF3480}" type="presParOf" srcId="{F6B4822A-A2EE-4EE7-AED4-3BCEEF4FE263}" destId="{B8FDC185-1E61-494A-9585-CAD84B668661}" srcOrd="4" destOrd="0" presId="urn:microsoft.com/office/officeart/2005/8/layout/cycle4"/>
    <dgm:cxn modelId="{2E0F5ADB-66BF-415A-8471-45B9F365A4C1}" type="presParOf" srcId="{28AE93A2-1056-4DD3-BAEE-E6D4D0BDBF44}" destId="{A349B19D-42FE-44AE-8747-5C58887291B5}" srcOrd="2" destOrd="0" presId="urn:microsoft.com/office/officeart/2005/8/layout/cycle4"/>
    <dgm:cxn modelId="{A8A2DAF0-74B0-40F6-95CA-62496DB335A8}" type="presParOf" srcId="{28AE93A2-1056-4DD3-BAEE-E6D4D0BDBF44}" destId="{820E3A26-01DA-4489-A40F-76B3CE99779C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4F69F1-5C7C-4E66-9BD8-694783E7286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6F55A9DC-A85D-414B-9E25-41E1632C8161}">
      <dgm:prSet custT="1"/>
      <dgm:spPr/>
      <dgm:t>
        <a:bodyPr/>
        <a:lstStyle/>
        <a:p>
          <a:r>
            <a:rPr lang="es-MX" sz="1200" dirty="0"/>
            <a:t>Se</a:t>
          </a:r>
          <a:r>
            <a:rPr lang="es-MX" sz="1400" dirty="0"/>
            <a:t> </a:t>
          </a:r>
          <a:r>
            <a:rPr lang="es-MX" sz="1200" dirty="0"/>
            <a:t>articula directamente con las</a:t>
          </a:r>
          <a:endParaRPr lang="es-CO" sz="1200" dirty="0"/>
        </a:p>
      </dgm:t>
    </dgm:pt>
    <dgm:pt modelId="{06091A06-79E4-41E1-8C28-311F55A02073}" type="parTrans" cxnId="{2018DC25-AD73-4AE4-B9CD-39DB51C44520}">
      <dgm:prSet/>
      <dgm:spPr/>
      <dgm:t>
        <a:bodyPr/>
        <a:lstStyle/>
        <a:p>
          <a:endParaRPr lang="es-CO" sz="3200"/>
        </a:p>
      </dgm:t>
    </dgm:pt>
    <dgm:pt modelId="{5160487F-39FD-4C9F-8FE6-BB215AF5BB47}" type="sibTrans" cxnId="{2018DC25-AD73-4AE4-B9CD-39DB51C44520}">
      <dgm:prSet/>
      <dgm:spPr/>
      <dgm:t>
        <a:bodyPr/>
        <a:lstStyle/>
        <a:p>
          <a:endParaRPr lang="es-CO" sz="3200"/>
        </a:p>
      </dgm:t>
    </dgm:pt>
    <dgm:pt modelId="{EA83CE9A-AA8E-4488-9FA1-9A120FF52653}">
      <dgm:prSet custT="1"/>
      <dgm:spPr/>
      <dgm:t>
        <a:bodyPr/>
        <a:lstStyle/>
        <a:p>
          <a:r>
            <a:rPr lang="es-MX" sz="1400" dirty="0"/>
            <a:t> </a:t>
          </a:r>
          <a:r>
            <a:rPr lang="es-MX" sz="1200" dirty="0" smtClean="0"/>
            <a:t>realidades </a:t>
          </a:r>
          <a:endParaRPr lang="es-CO" sz="1200" dirty="0"/>
        </a:p>
      </dgm:t>
    </dgm:pt>
    <dgm:pt modelId="{AD85E674-2A66-40F6-9956-A409C56E5209}" type="parTrans" cxnId="{AF8372E9-2500-4813-A8E4-34F703500A3F}">
      <dgm:prSet/>
      <dgm:spPr/>
      <dgm:t>
        <a:bodyPr/>
        <a:lstStyle/>
        <a:p>
          <a:endParaRPr lang="es-CO" sz="3200"/>
        </a:p>
      </dgm:t>
    </dgm:pt>
    <dgm:pt modelId="{3593AF82-4144-4E58-8589-F48676684FDF}" type="sibTrans" cxnId="{AF8372E9-2500-4813-A8E4-34F703500A3F}">
      <dgm:prSet/>
      <dgm:spPr/>
      <dgm:t>
        <a:bodyPr/>
        <a:lstStyle/>
        <a:p>
          <a:endParaRPr lang="es-CO" sz="3200"/>
        </a:p>
      </dgm:t>
    </dgm:pt>
    <dgm:pt modelId="{0A71C70A-AD9D-4BDC-82B8-67D34345789F}">
      <dgm:prSet custT="1"/>
      <dgm:spPr/>
      <dgm:t>
        <a:bodyPr/>
        <a:lstStyle/>
        <a:p>
          <a:r>
            <a:rPr lang="es-MX" sz="1400" dirty="0"/>
            <a:t>intereses y</a:t>
          </a:r>
          <a:endParaRPr lang="es-CO" sz="1400" dirty="0"/>
        </a:p>
      </dgm:t>
    </dgm:pt>
    <dgm:pt modelId="{4DD7FAA6-2F75-4BCF-A681-5BFFDDDFFE5D}" type="parTrans" cxnId="{EA075B1C-F488-425E-9113-6529EF9F0BE2}">
      <dgm:prSet/>
      <dgm:spPr/>
      <dgm:t>
        <a:bodyPr/>
        <a:lstStyle/>
        <a:p>
          <a:endParaRPr lang="es-CO" sz="3200"/>
        </a:p>
      </dgm:t>
    </dgm:pt>
    <dgm:pt modelId="{95E0447F-BD4E-4A84-8A72-A7094D1C26DF}" type="sibTrans" cxnId="{EA075B1C-F488-425E-9113-6529EF9F0BE2}">
      <dgm:prSet/>
      <dgm:spPr/>
      <dgm:t>
        <a:bodyPr/>
        <a:lstStyle/>
        <a:p>
          <a:endParaRPr lang="es-CO" sz="3200"/>
        </a:p>
      </dgm:t>
    </dgm:pt>
    <dgm:pt modelId="{E39CAAA9-ECB3-4AE0-9A23-5EC1E744D598}">
      <dgm:prSet custT="1"/>
      <dgm:spPr/>
      <dgm:t>
        <a:bodyPr/>
        <a:lstStyle/>
        <a:p>
          <a:r>
            <a:rPr lang="es-MX" sz="1400" dirty="0"/>
            <a:t>potencialidades</a:t>
          </a:r>
          <a:endParaRPr lang="es-CO" sz="1400" dirty="0"/>
        </a:p>
      </dgm:t>
    </dgm:pt>
    <dgm:pt modelId="{CF44EA8D-69C3-4782-BC1D-608FC99EA2EB}" type="parTrans" cxnId="{FBE4853C-F8B5-41F2-AD18-BF50C3AE4C82}">
      <dgm:prSet/>
      <dgm:spPr/>
      <dgm:t>
        <a:bodyPr/>
        <a:lstStyle/>
        <a:p>
          <a:endParaRPr lang="es-CO" sz="3200"/>
        </a:p>
      </dgm:t>
    </dgm:pt>
    <dgm:pt modelId="{62B4A023-23A2-4E1E-9429-72CA6ED18FC9}" type="sibTrans" cxnId="{FBE4853C-F8B5-41F2-AD18-BF50C3AE4C82}">
      <dgm:prSet/>
      <dgm:spPr/>
      <dgm:t>
        <a:bodyPr/>
        <a:lstStyle/>
        <a:p>
          <a:endParaRPr lang="es-CO" sz="3200"/>
        </a:p>
      </dgm:t>
    </dgm:pt>
    <dgm:pt modelId="{0FD96475-D9FC-476C-9702-221D8300DFB4}">
      <dgm:prSet custT="1"/>
      <dgm:spPr/>
      <dgm:t>
        <a:bodyPr/>
        <a:lstStyle/>
        <a:p>
          <a:r>
            <a:rPr lang="es-MX" sz="1200" dirty="0"/>
            <a:t>promoviendo identidad cultural, </a:t>
          </a:r>
          <a:endParaRPr lang="es-CO" sz="1200" dirty="0"/>
        </a:p>
      </dgm:t>
    </dgm:pt>
    <dgm:pt modelId="{C97D438D-3400-4692-832F-7B6FB5924B6D}" type="parTrans" cxnId="{0A3E2907-FA1D-4243-A7EB-5D31ADCF091C}">
      <dgm:prSet/>
      <dgm:spPr/>
      <dgm:t>
        <a:bodyPr/>
        <a:lstStyle/>
        <a:p>
          <a:endParaRPr lang="es-CO" sz="3200"/>
        </a:p>
      </dgm:t>
    </dgm:pt>
    <dgm:pt modelId="{3B68002A-3C57-4972-96C7-577C9A2D36D3}" type="sibTrans" cxnId="{0A3E2907-FA1D-4243-A7EB-5D31ADCF091C}">
      <dgm:prSet/>
      <dgm:spPr/>
      <dgm:t>
        <a:bodyPr/>
        <a:lstStyle/>
        <a:p>
          <a:endParaRPr lang="es-CO" sz="3200"/>
        </a:p>
      </dgm:t>
    </dgm:pt>
    <dgm:pt modelId="{417CD06C-71B3-4D0C-8AAF-8A30C7267623}">
      <dgm:prSet custT="1"/>
      <dgm:spPr/>
      <dgm:t>
        <a:bodyPr/>
        <a:lstStyle/>
        <a:p>
          <a:r>
            <a:rPr lang="es-MX" sz="1200" dirty="0"/>
            <a:t>resiliencia</a:t>
          </a:r>
          <a:r>
            <a:rPr lang="es-MX" sz="1400" dirty="0"/>
            <a:t> </a:t>
          </a:r>
          <a:endParaRPr lang="es-CO" sz="1400" dirty="0"/>
        </a:p>
      </dgm:t>
    </dgm:pt>
    <dgm:pt modelId="{91F27E48-B303-419D-8196-B0B638BE2FE4}" type="parTrans" cxnId="{2E3AC686-FEC9-49C6-8DC9-99388B3880EB}">
      <dgm:prSet/>
      <dgm:spPr/>
      <dgm:t>
        <a:bodyPr/>
        <a:lstStyle/>
        <a:p>
          <a:endParaRPr lang="es-CO" sz="3200"/>
        </a:p>
      </dgm:t>
    </dgm:pt>
    <dgm:pt modelId="{77E352C4-8C49-444B-9A85-5FC8C2F99A30}" type="sibTrans" cxnId="{2E3AC686-FEC9-49C6-8DC9-99388B3880EB}">
      <dgm:prSet/>
      <dgm:spPr/>
      <dgm:t>
        <a:bodyPr/>
        <a:lstStyle/>
        <a:p>
          <a:endParaRPr lang="es-CO" sz="3200"/>
        </a:p>
      </dgm:t>
    </dgm:pt>
    <dgm:pt modelId="{27749D2E-1B71-44EB-B8A9-4F962BC8A4EE}">
      <dgm:prSet custT="1"/>
      <dgm:spPr/>
      <dgm:t>
        <a:bodyPr/>
        <a:lstStyle/>
        <a:p>
          <a:r>
            <a:rPr lang="es-MX" sz="1400" dirty="0"/>
            <a:t>sentido de </a:t>
          </a:r>
          <a:r>
            <a:rPr lang="es-MX" sz="1200" dirty="0" smtClean="0"/>
            <a:t>pertenencia</a:t>
          </a:r>
          <a:endParaRPr lang="es-CO" sz="1200" dirty="0"/>
        </a:p>
      </dgm:t>
    </dgm:pt>
    <dgm:pt modelId="{60C76A8E-51B1-4EBE-B656-42768B7DB21A}" type="parTrans" cxnId="{1CA05836-F2AC-45E0-A9D7-9A9097B3CB6E}">
      <dgm:prSet/>
      <dgm:spPr/>
      <dgm:t>
        <a:bodyPr/>
        <a:lstStyle/>
        <a:p>
          <a:endParaRPr lang="es-CO" sz="3200"/>
        </a:p>
      </dgm:t>
    </dgm:pt>
    <dgm:pt modelId="{3C87B2B2-847B-45E3-B7A3-A58F650B55A2}" type="sibTrans" cxnId="{1CA05836-F2AC-45E0-A9D7-9A9097B3CB6E}">
      <dgm:prSet/>
      <dgm:spPr/>
      <dgm:t>
        <a:bodyPr/>
        <a:lstStyle/>
        <a:p>
          <a:endParaRPr lang="es-CO" sz="3200"/>
        </a:p>
      </dgm:t>
    </dgm:pt>
    <dgm:pt modelId="{195A248F-E526-4070-8AA9-A7073DB42142}" type="pres">
      <dgm:prSet presAssocID="{C74F69F1-5C7C-4E66-9BD8-694783E72864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61D4C25D-C41F-4A89-B804-A65D39BB8C32}" type="pres">
      <dgm:prSet presAssocID="{C74F69F1-5C7C-4E66-9BD8-694783E72864}" presName="arrow" presStyleLbl="bgShp" presStyleIdx="0" presStyleCnt="1" custLinFactNeighborX="-1962" custLinFactNeighborY="28132"/>
      <dgm:spPr/>
    </dgm:pt>
    <dgm:pt modelId="{8D2E2E30-8B23-4B94-B737-A48C85B18866}" type="pres">
      <dgm:prSet presAssocID="{C74F69F1-5C7C-4E66-9BD8-694783E72864}" presName="linearProcess" presStyleCnt="0"/>
      <dgm:spPr/>
    </dgm:pt>
    <dgm:pt modelId="{4B3CB515-B4A9-4394-A440-50907330956B}" type="pres">
      <dgm:prSet presAssocID="{6F55A9DC-A85D-414B-9E25-41E1632C8161}" presName="tex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EC22CF5-E36D-46DD-ADD4-95E37F9EF888}" type="pres">
      <dgm:prSet presAssocID="{5160487F-39FD-4C9F-8FE6-BB215AF5BB47}" presName="sibTrans" presStyleCnt="0"/>
      <dgm:spPr/>
    </dgm:pt>
    <dgm:pt modelId="{A835CD52-D7AA-49E3-8B03-44809D26CE5D}" type="pres">
      <dgm:prSet presAssocID="{EA83CE9A-AA8E-4488-9FA1-9A120FF52653}" presName="text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2B9162D-A9B8-4B6C-8D70-62402090E4CC}" type="pres">
      <dgm:prSet presAssocID="{3593AF82-4144-4E58-8589-F48676684FDF}" presName="sibTrans" presStyleCnt="0"/>
      <dgm:spPr/>
    </dgm:pt>
    <dgm:pt modelId="{3F4C1BF4-5E58-45EC-922F-778024375104}" type="pres">
      <dgm:prSet presAssocID="{0A71C70A-AD9D-4BDC-82B8-67D34345789F}" presName="text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E472902-EB71-4A89-802B-EAC642677C2A}" type="pres">
      <dgm:prSet presAssocID="{95E0447F-BD4E-4A84-8A72-A7094D1C26DF}" presName="sibTrans" presStyleCnt="0"/>
      <dgm:spPr/>
    </dgm:pt>
    <dgm:pt modelId="{C0DEA385-AF4D-41A9-B6F2-6832DDF4560D}" type="pres">
      <dgm:prSet presAssocID="{E39CAAA9-ECB3-4AE0-9A23-5EC1E744D598}" presName="text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8650C17-FCE0-4E59-8BA5-39C31AAF7A67}" type="pres">
      <dgm:prSet presAssocID="{62B4A023-23A2-4E1E-9429-72CA6ED18FC9}" presName="sibTrans" presStyleCnt="0"/>
      <dgm:spPr/>
    </dgm:pt>
    <dgm:pt modelId="{9D08491D-5243-4C8F-A13C-CAA40A8C1F9A}" type="pres">
      <dgm:prSet presAssocID="{0FD96475-D9FC-476C-9702-221D8300DFB4}" presName="text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A59BAD7-2085-426C-9A4F-2B522735313D}" type="pres">
      <dgm:prSet presAssocID="{3B68002A-3C57-4972-96C7-577C9A2D36D3}" presName="sibTrans" presStyleCnt="0"/>
      <dgm:spPr/>
    </dgm:pt>
    <dgm:pt modelId="{94FB00F8-7337-435D-A74F-A88744862A9E}" type="pres">
      <dgm:prSet presAssocID="{417CD06C-71B3-4D0C-8AAF-8A30C7267623}" presName="text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6F57109-B385-4FCA-9646-8BEB2A701860}" type="pres">
      <dgm:prSet presAssocID="{77E352C4-8C49-444B-9A85-5FC8C2F99A30}" presName="sibTrans" presStyleCnt="0"/>
      <dgm:spPr/>
    </dgm:pt>
    <dgm:pt modelId="{B3556B60-BFE6-4F24-B6E8-6C88F9C72141}" type="pres">
      <dgm:prSet presAssocID="{27749D2E-1B71-44EB-B8A9-4F962BC8A4EE}" presName="text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3C6BDFE-A3B4-4AE6-B575-74493F754328}" type="presOf" srcId="{EA83CE9A-AA8E-4488-9FA1-9A120FF52653}" destId="{A835CD52-D7AA-49E3-8B03-44809D26CE5D}" srcOrd="0" destOrd="0" presId="urn:microsoft.com/office/officeart/2005/8/layout/hProcess9"/>
    <dgm:cxn modelId="{0A3E2907-FA1D-4243-A7EB-5D31ADCF091C}" srcId="{C74F69F1-5C7C-4E66-9BD8-694783E72864}" destId="{0FD96475-D9FC-476C-9702-221D8300DFB4}" srcOrd="4" destOrd="0" parTransId="{C97D438D-3400-4692-832F-7B6FB5924B6D}" sibTransId="{3B68002A-3C57-4972-96C7-577C9A2D36D3}"/>
    <dgm:cxn modelId="{8B96102D-880D-4961-BEAC-249AA6BC717C}" type="presOf" srcId="{0A71C70A-AD9D-4BDC-82B8-67D34345789F}" destId="{3F4C1BF4-5E58-45EC-922F-778024375104}" srcOrd="0" destOrd="0" presId="urn:microsoft.com/office/officeart/2005/8/layout/hProcess9"/>
    <dgm:cxn modelId="{6A5EE962-DB62-457C-880D-0321039C993F}" type="presOf" srcId="{C74F69F1-5C7C-4E66-9BD8-694783E72864}" destId="{195A248F-E526-4070-8AA9-A7073DB42142}" srcOrd="0" destOrd="0" presId="urn:microsoft.com/office/officeart/2005/8/layout/hProcess9"/>
    <dgm:cxn modelId="{D3A3D10E-0A75-43AA-B89C-5C8FE5AD668C}" type="presOf" srcId="{6F55A9DC-A85D-414B-9E25-41E1632C8161}" destId="{4B3CB515-B4A9-4394-A440-50907330956B}" srcOrd="0" destOrd="0" presId="urn:microsoft.com/office/officeart/2005/8/layout/hProcess9"/>
    <dgm:cxn modelId="{EA075B1C-F488-425E-9113-6529EF9F0BE2}" srcId="{C74F69F1-5C7C-4E66-9BD8-694783E72864}" destId="{0A71C70A-AD9D-4BDC-82B8-67D34345789F}" srcOrd="2" destOrd="0" parTransId="{4DD7FAA6-2F75-4BCF-A681-5BFFDDDFFE5D}" sibTransId="{95E0447F-BD4E-4A84-8A72-A7094D1C26DF}"/>
    <dgm:cxn modelId="{4480B9FE-AC38-4927-B1B2-AA10059926A7}" type="presOf" srcId="{27749D2E-1B71-44EB-B8A9-4F962BC8A4EE}" destId="{B3556B60-BFE6-4F24-B6E8-6C88F9C72141}" srcOrd="0" destOrd="0" presId="urn:microsoft.com/office/officeart/2005/8/layout/hProcess9"/>
    <dgm:cxn modelId="{543A5B88-8AB9-4594-9318-64F4453BA2DB}" type="presOf" srcId="{0FD96475-D9FC-476C-9702-221D8300DFB4}" destId="{9D08491D-5243-4C8F-A13C-CAA40A8C1F9A}" srcOrd="0" destOrd="0" presId="urn:microsoft.com/office/officeart/2005/8/layout/hProcess9"/>
    <dgm:cxn modelId="{C37B0C30-9B79-4CF8-A806-84F503BFF8E7}" type="presOf" srcId="{E39CAAA9-ECB3-4AE0-9A23-5EC1E744D598}" destId="{C0DEA385-AF4D-41A9-B6F2-6832DDF4560D}" srcOrd="0" destOrd="0" presId="urn:microsoft.com/office/officeart/2005/8/layout/hProcess9"/>
    <dgm:cxn modelId="{FBE4853C-F8B5-41F2-AD18-BF50C3AE4C82}" srcId="{C74F69F1-5C7C-4E66-9BD8-694783E72864}" destId="{E39CAAA9-ECB3-4AE0-9A23-5EC1E744D598}" srcOrd="3" destOrd="0" parTransId="{CF44EA8D-69C3-4782-BC1D-608FC99EA2EB}" sibTransId="{62B4A023-23A2-4E1E-9429-72CA6ED18FC9}"/>
    <dgm:cxn modelId="{AF8372E9-2500-4813-A8E4-34F703500A3F}" srcId="{C74F69F1-5C7C-4E66-9BD8-694783E72864}" destId="{EA83CE9A-AA8E-4488-9FA1-9A120FF52653}" srcOrd="1" destOrd="0" parTransId="{AD85E674-2A66-40F6-9956-A409C56E5209}" sibTransId="{3593AF82-4144-4E58-8589-F48676684FDF}"/>
    <dgm:cxn modelId="{2E3AC686-FEC9-49C6-8DC9-99388B3880EB}" srcId="{C74F69F1-5C7C-4E66-9BD8-694783E72864}" destId="{417CD06C-71B3-4D0C-8AAF-8A30C7267623}" srcOrd="5" destOrd="0" parTransId="{91F27E48-B303-419D-8196-B0B638BE2FE4}" sibTransId="{77E352C4-8C49-444B-9A85-5FC8C2F99A30}"/>
    <dgm:cxn modelId="{1CA05836-F2AC-45E0-A9D7-9A9097B3CB6E}" srcId="{C74F69F1-5C7C-4E66-9BD8-694783E72864}" destId="{27749D2E-1B71-44EB-B8A9-4F962BC8A4EE}" srcOrd="6" destOrd="0" parTransId="{60C76A8E-51B1-4EBE-B656-42768B7DB21A}" sibTransId="{3C87B2B2-847B-45E3-B7A3-A58F650B55A2}"/>
    <dgm:cxn modelId="{2018DC25-AD73-4AE4-B9CD-39DB51C44520}" srcId="{C74F69F1-5C7C-4E66-9BD8-694783E72864}" destId="{6F55A9DC-A85D-414B-9E25-41E1632C8161}" srcOrd="0" destOrd="0" parTransId="{06091A06-79E4-41E1-8C28-311F55A02073}" sibTransId="{5160487F-39FD-4C9F-8FE6-BB215AF5BB47}"/>
    <dgm:cxn modelId="{88548EDA-2F75-4634-8A5A-ADEED4D2158A}" type="presOf" srcId="{417CD06C-71B3-4D0C-8AAF-8A30C7267623}" destId="{94FB00F8-7337-435D-A74F-A88744862A9E}" srcOrd="0" destOrd="0" presId="urn:microsoft.com/office/officeart/2005/8/layout/hProcess9"/>
    <dgm:cxn modelId="{C9FF1719-B146-4B23-A3A0-B26AD000CB9F}" type="presParOf" srcId="{195A248F-E526-4070-8AA9-A7073DB42142}" destId="{61D4C25D-C41F-4A89-B804-A65D39BB8C32}" srcOrd="0" destOrd="0" presId="urn:microsoft.com/office/officeart/2005/8/layout/hProcess9"/>
    <dgm:cxn modelId="{C763051E-967A-43BB-9032-C7988C70C5A0}" type="presParOf" srcId="{195A248F-E526-4070-8AA9-A7073DB42142}" destId="{8D2E2E30-8B23-4B94-B737-A48C85B18866}" srcOrd="1" destOrd="0" presId="urn:microsoft.com/office/officeart/2005/8/layout/hProcess9"/>
    <dgm:cxn modelId="{E379E476-8527-494B-8A73-460B23FE9C47}" type="presParOf" srcId="{8D2E2E30-8B23-4B94-B737-A48C85B18866}" destId="{4B3CB515-B4A9-4394-A440-50907330956B}" srcOrd="0" destOrd="0" presId="urn:microsoft.com/office/officeart/2005/8/layout/hProcess9"/>
    <dgm:cxn modelId="{C9F3AFF3-10BB-456E-AC5C-8976BD0D04F7}" type="presParOf" srcId="{8D2E2E30-8B23-4B94-B737-A48C85B18866}" destId="{7EC22CF5-E36D-46DD-ADD4-95E37F9EF888}" srcOrd="1" destOrd="0" presId="urn:microsoft.com/office/officeart/2005/8/layout/hProcess9"/>
    <dgm:cxn modelId="{D3560463-580C-478A-994A-6D3FDDEA7AFF}" type="presParOf" srcId="{8D2E2E30-8B23-4B94-B737-A48C85B18866}" destId="{A835CD52-D7AA-49E3-8B03-44809D26CE5D}" srcOrd="2" destOrd="0" presId="urn:microsoft.com/office/officeart/2005/8/layout/hProcess9"/>
    <dgm:cxn modelId="{70D2E79A-DFB2-4A52-9A09-7203B03DF3E3}" type="presParOf" srcId="{8D2E2E30-8B23-4B94-B737-A48C85B18866}" destId="{42B9162D-A9B8-4B6C-8D70-62402090E4CC}" srcOrd="3" destOrd="0" presId="urn:microsoft.com/office/officeart/2005/8/layout/hProcess9"/>
    <dgm:cxn modelId="{4271615C-3484-4C1E-A98B-E92D36F49840}" type="presParOf" srcId="{8D2E2E30-8B23-4B94-B737-A48C85B18866}" destId="{3F4C1BF4-5E58-45EC-922F-778024375104}" srcOrd="4" destOrd="0" presId="urn:microsoft.com/office/officeart/2005/8/layout/hProcess9"/>
    <dgm:cxn modelId="{3E6F3F84-7EA9-4E29-8B25-BE3EAED30B39}" type="presParOf" srcId="{8D2E2E30-8B23-4B94-B737-A48C85B18866}" destId="{3E472902-EB71-4A89-802B-EAC642677C2A}" srcOrd="5" destOrd="0" presId="urn:microsoft.com/office/officeart/2005/8/layout/hProcess9"/>
    <dgm:cxn modelId="{F0A4EC25-FF82-4C38-AB0A-096070CDBF0C}" type="presParOf" srcId="{8D2E2E30-8B23-4B94-B737-A48C85B18866}" destId="{C0DEA385-AF4D-41A9-B6F2-6832DDF4560D}" srcOrd="6" destOrd="0" presId="urn:microsoft.com/office/officeart/2005/8/layout/hProcess9"/>
    <dgm:cxn modelId="{CDC884DB-272D-49D6-A8E6-A696EAFBECA8}" type="presParOf" srcId="{8D2E2E30-8B23-4B94-B737-A48C85B18866}" destId="{E8650C17-FCE0-4E59-8BA5-39C31AAF7A67}" srcOrd="7" destOrd="0" presId="urn:microsoft.com/office/officeart/2005/8/layout/hProcess9"/>
    <dgm:cxn modelId="{C4C77DCE-3D06-4435-9696-80646D81664F}" type="presParOf" srcId="{8D2E2E30-8B23-4B94-B737-A48C85B18866}" destId="{9D08491D-5243-4C8F-A13C-CAA40A8C1F9A}" srcOrd="8" destOrd="0" presId="urn:microsoft.com/office/officeart/2005/8/layout/hProcess9"/>
    <dgm:cxn modelId="{FE5FCF24-D007-4DAA-86F2-91029293E788}" type="presParOf" srcId="{8D2E2E30-8B23-4B94-B737-A48C85B18866}" destId="{1A59BAD7-2085-426C-9A4F-2B522735313D}" srcOrd="9" destOrd="0" presId="urn:microsoft.com/office/officeart/2005/8/layout/hProcess9"/>
    <dgm:cxn modelId="{7BC1D778-9E6E-4C1C-9E34-EBCFDC2E79E5}" type="presParOf" srcId="{8D2E2E30-8B23-4B94-B737-A48C85B18866}" destId="{94FB00F8-7337-435D-A74F-A88744862A9E}" srcOrd="10" destOrd="0" presId="urn:microsoft.com/office/officeart/2005/8/layout/hProcess9"/>
    <dgm:cxn modelId="{6E1E6F6F-07ED-45EC-B3DE-9F3DCCA780EE}" type="presParOf" srcId="{8D2E2E30-8B23-4B94-B737-A48C85B18866}" destId="{E6F57109-B385-4FCA-9646-8BEB2A701860}" srcOrd="11" destOrd="0" presId="urn:microsoft.com/office/officeart/2005/8/layout/hProcess9"/>
    <dgm:cxn modelId="{7D6A0E0F-ABC2-4594-B353-0A87DE274CD9}" type="presParOf" srcId="{8D2E2E30-8B23-4B94-B737-A48C85B18866}" destId="{B3556B60-BFE6-4F24-B6E8-6C88F9C72141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4323"/>
          <a:ext cx="7293830" cy="86697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3800" b="1" kern="1200" dirty="0"/>
            <a:t>FUNDAMENTACIÓN</a:t>
          </a:r>
        </a:p>
      </dsp:txBody>
      <dsp:txXfrm>
        <a:off x="42322" y="46645"/>
        <a:ext cx="7209186" cy="7823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423C8-1DB3-47E7-8F35-DC57C335FAD5}">
      <dsp:nvSpPr>
        <dsp:cNvPr id="0" name=""/>
        <dsp:cNvSpPr/>
      </dsp:nvSpPr>
      <dsp:spPr>
        <a:xfrm>
          <a:off x="0" y="2171"/>
          <a:ext cx="8623605" cy="9441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/>
            <a:t>Se sustenta en el modelo pedagógico socio-crítico y humanista de la Escuela Normal Superior de Pitalito, orientado a la formación integral y al desarrollo de competencias cognitivas, socioemocionales, ciudadanas y artísticas. La Banda Sinfónica se articula con el PEI, el PFC y el enfoque de Enseñanza para la Comprensión.</a:t>
          </a:r>
          <a:endParaRPr lang="es-CO" sz="1600" kern="1200"/>
        </a:p>
      </dsp:txBody>
      <dsp:txXfrm>
        <a:off x="46089" y="48260"/>
        <a:ext cx="8531427" cy="851957"/>
      </dsp:txXfrm>
    </dsp:sp>
    <dsp:sp modelId="{91804096-8F59-445D-82B6-57E96C7F93F5}">
      <dsp:nvSpPr>
        <dsp:cNvPr id="0" name=""/>
        <dsp:cNvSpPr/>
      </dsp:nvSpPr>
      <dsp:spPr>
        <a:xfrm>
          <a:off x="0" y="955110"/>
          <a:ext cx="8623605" cy="944135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/>
            <a:t>Integra principios de pedagogía musical (Kodály), teorías del desarrollo (Vygotsky, Freud, Skinner) y elementos de musicoterapia. </a:t>
          </a:r>
          <a:endParaRPr lang="es-CO" sz="1600" kern="1200"/>
        </a:p>
      </dsp:txBody>
      <dsp:txXfrm>
        <a:off x="46089" y="1001199"/>
        <a:ext cx="8531427" cy="851957"/>
      </dsp:txXfrm>
    </dsp:sp>
    <dsp:sp modelId="{65D91C99-17D2-4DA9-A393-F7AC42F1B065}">
      <dsp:nvSpPr>
        <dsp:cNvPr id="0" name=""/>
        <dsp:cNvSpPr/>
      </dsp:nvSpPr>
      <dsp:spPr>
        <a:xfrm>
          <a:off x="0" y="1908048"/>
          <a:ext cx="8623605" cy="944135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/>
            <a:t>Su metodología combina práctica instrumental individual y colectiva, repertorios progresivos y conciertos pedagógicos, generando aprendizajes significativos.</a:t>
          </a:r>
          <a:endParaRPr lang="es-CO" sz="1600" kern="1200"/>
        </a:p>
      </dsp:txBody>
      <dsp:txXfrm>
        <a:off x="46089" y="1954137"/>
        <a:ext cx="8531427" cy="851957"/>
      </dsp:txXfrm>
    </dsp:sp>
    <dsp:sp modelId="{A745B016-F4D6-4DDC-9D33-9A85DAE8F80C}">
      <dsp:nvSpPr>
        <dsp:cNvPr id="0" name=""/>
        <dsp:cNvSpPr/>
      </dsp:nvSpPr>
      <dsp:spPr>
        <a:xfrm>
          <a:off x="0" y="2860986"/>
          <a:ext cx="8623605" cy="944135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/>
            <a:t>La experiencia se proyecta al PMI fortaleciendo ambientes de aprendizaje, convivencia y participación cultural.</a:t>
          </a:r>
          <a:endParaRPr lang="es-CO" sz="1600" kern="1200"/>
        </a:p>
      </dsp:txBody>
      <dsp:txXfrm>
        <a:off x="46089" y="2907075"/>
        <a:ext cx="8531427" cy="851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B5228F-6DE7-494C-8C94-E31B9A0E1B30}">
      <dsp:nvSpPr>
        <dsp:cNvPr id="0" name=""/>
        <dsp:cNvSpPr/>
      </dsp:nvSpPr>
      <dsp:spPr>
        <a:xfrm>
          <a:off x="0" y="0"/>
          <a:ext cx="3800714" cy="380071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8E767-5F01-4BFF-9FD8-868CB551C205}">
      <dsp:nvSpPr>
        <dsp:cNvPr id="0" name=""/>
        <dsp:cNvSpPr/>
      </dsp:nvSpPr>
      <dsp:spPr>
        <a:xfrm>
          <a:off x="1900357" y="0"/>
          <a:ext cx="5369122" cy="380071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/>
            <a:t>Responde a la necesidad institucional y local de fortalecer</a:t>
          </a:r>
          <a:endParaRPr lang="es-CO" sz="1900" kern="1200" dirty="0"/>
        </a:p>
      </dsp:txBody>
      <dsp:txXfrm>
        <a:off x="1900357" y="0"/>
        <a:ext cx="5369122" cy="807651"/>
      </dsp:txXfrm>
    </dsp:sp>
    <dsp:sp modelId="{F8938621-3A51-46AE-B1BB-52EBB8F66BDE}">
      <dsp:nvSpPr>
        <dsp:cNvPr id="0" name=""/>
        <dsp:cNvSpPr/>
      </dsp:nvSpPr>
      <dsp:spPr>
        <a:xfrm>
          <a:off x="498843" y="807651"/>
          <a:ext cx="2803027" cy="280302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CB14D-1C03-4A74-8776-36C99A0B3D39}">
      <dsp:nvSpPr>
        <dsp:cNvPr id="0" name=""/>
        <dsp:cNvSpPr/>
      </dsp:nvSpPr>
      <dsp:spPr>
        <a:xfrm>
          <a:off x="1900357" y="807651"/>
          <a:ext cx="5369122" cy="280302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/>
            <a:t>La educación artística</a:t>
          </a:r>
          <a:endParaRPr lang="es-CO" sz="1900" kern="1200" dirty="0"/>
        </a:p>
      </dsp:txBody>
      <dsp:txXfrm>
        <a:off x="1900357" y="807651"/>
        <a:ext cx="5369122" cy="807651"/>
      </dsp:txXfrm>
    </dsp:sp>
    <dsp:sp modelId="{77DE43FA-3875-4955-A192-9EEAC4CDF59D}">
      <dsp:nvSpPr>
        <dsp:cNvPr id="0" name=""/>
        <dsp:cNvSpPr/>
      </dsp:nvSpPr>
      <dsp:spPr>
        <a:xfrm>
          <a:off x="997687" y="1615303"/>
          <a:ext cx="1805339" cy="180533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2CA93-79EF-4220-9395-7B29833A80F4}">
      <dsp:nvSpPr>
        <dsp:cNvPr id="0" name=""/>
        <dsp:cNvSpPr/>
      </dsp:nvSpPr>
      <dsp:spPr>
        <a:xfrm>
          <a:off x="1900357" y="1615303"/>
          <a:ext cx="5369122" cy="180533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/>
            <a:t>La convivencia escolar</a:t>
          </a:r>
          <a:endParaRPr lang="es-CO" sz="1900" kern="1200" dirty="0"/>
        </a:p>
      </dsp:txBody>
      <dsp:txXfrm>
        <a:off x="1900357" y="1615303"/>
        <a:ext cx="5369122" cy="807651"/>
      </dsp:txXfrm>
    </dsp:sp>
    <dsp:sp modelId="{460B3A18-FC2F-4AFA-B68D-D6E924BC2452}">
      <dsp:nvSpPr>
        <dsp:cNvPr id="0" name=""/>
        <dsp:cNvSpPr/>
      </dsp:nvSpPr>
      <dsp:spPr>
        <a:xfrm>
          <a:off x="1496531" y="2422955"/>
          <a:ext cx="807651" cy="80765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AEE1D-CA09-4432-ACEC-B17CF8547E65}">
      <dsp:nvSpPr>
        <dsp:cNvPr id="0" name=""/>
        <dsp:cNvSpPr/>
      </dsp:nvSpPr>
      <dsp:spPr>
        <a:xfrm>
          <a:off x="1900357" y="2422955"/>
          <a:ext cx="5369122" cy="80765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900" kern="1200" dirty="0"/>
            <a:t> El desarrollo socioemocional</a:t>
          </a:r>
          <a:endParaRPr lang="es-CO" sz="1900" kern="1200" dirty="0"/>
        </a:p>
      </dsp:txBody>
      <dsp:txXfrm>
        <a:off x="1900357" y="2422955"/>
        <a:ext cx="5369122" cy="8076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D1C21-B9E9-4E6E-A232-2A99FA88D540}">
      <dsp:nvSpPr>
        <dsp:cNvPr id="0" name=""/>
        <dsp:cNvSpPr/>
      </dsp:nvSpPr>
      <dsp:spPr>
        <a:xfrm>
          <a:off x="1277054" y="200411"/>
          <a:ext cx="1522425" cy="1522425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/>
            <a:t>En Pitalito oferta limitada de procesos musicales</a:t>
          </a:r>
          <a:endParaRPr lang="es-CO" sz="1400" kern="1200" dirty="0"/>
        </a:p>
      </dsp:txBody>
      <dsp:txXfrm>
        <a:off x="1722962" y="646319"/>
        <a:ext cx="1076517" cy="1076517"/>
      </dsp:txXfrm>
    </dsp:sp>
    <dsp:sp modelId="{D196D168-F6F5-4161-8678-CDE85A6D49DF}">
      <dsp:nvSpPr>
        <dsp:cNvPr id="0" name=""/>
        <dsp:cNvSpPr/>
      </dsp:nvSpPr>
      <dsp:spPr>
        <a:xfrm rot="5400000">
          <a:off x="2869799" y="200411"/>
          <a:ext cx="1522425" cy="1522425"/>
        </a:xfrm>
        <a:prstGeom prst="pieWedg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/>
            <a:t> formativos con enfoque pedagógico</a:t>
          </a:r>
          <a:endParaRPr lang="es-CO" sz="1400" kern="1200" dirty="0"/>
        </a:p>
      </dsp:txBody>
      <dsp:txXfrm rot="-5400000">
        <a:off x="2869799" y="646319"/>
        <a:ext cx="1076517" cy="1076517"/>
      </dsp:txXfrm>
    </dsp:sp>
    <dsp:sp modelId="{2B58835C-1223-49B3-8912-035D09FE4523}">
      <dsp:nvSpPr>
        <dsp:cNvPr id="0" name=""/>
        <dsp:cNvSpPr/>
      </dsp:nvSpPr>
      <dsp:spPr>
        <a:xfrm rot="10800000">
          <a:off x="2869799" y="1793157"/>
          <a:ext cx="1522425" cy="1522425"/>
        </a:xfrm>
        <a:prstGeom prst="pieWedg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/>
            <a:t>terapéutico, </a:t>
          </a:r>
          <a:endParaRPr lang="es-CO" sz="1400" kern="1200" dirty="0"/>
        </a:p>
      </dsp:txBody>
      <dsp:txXfrm rot="10800000">
        <a:off x="2869799" y="1793157"/>
        <a:ext cx="1076517" cy="1076517"/>
      </dsp:txXfrm>
    </dsp:sp>
    <dsp:sp modelId="{3DD9D327-B997-410F-B40F-92563D36967F}">
      <dsp:nvSpPr>
        <dsp:cNvPr id="0" name=""/>
        <dsp:cNvSpPr/>
      </dsp:nvSpPr>
      <dsp:spPr>
        <a:xfrm rot="16200000">
          <a:off x="1277054" y="1793157"/>
          <a:ext cx="1522425" cy="1522425"/>
        </a:xfrm>
        <a:prstGeom prst="pieWedg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9B19D-42FE-44AE-8747-5C58887291B5}">
      <dsp:nvSpPr>
        <dsp:cNvPr id="0" name=""/>
        <dsp:cNvSpPr/>
      </dsp:nvSpPr>
      <dsp:spPr>
        <a:xfrm>
          <a:off x="2571819" y="1441557"/>
          <a:ext cx="525641" cy="457079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3A26-01DA-4489-A40F-76B3CE99779C}">
      <dsp:nvSpPr>
        <dsp:cNvPr id="0" name=""/>
        <dsp:cNvSpPr/>
      </dsp:nvSpPr>
      <dsp:spPr>
        <a:xfrm rot="10800000">
          <a:off x="2571819" y="1617357"/>
          <a:ext cx="525641" cy="457079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4C25D-C41F-4A89-B804-A65D39BB8C32}">
      <dsp:nvSpPr>
        <dsp:cNvPr id="0" name=""/>
        <dsp:cNvSpPr/>
      </dsp:nvSpPr>
      <dsp:spPr>
        <a:xfrm>
          <a:off x="586385" y="0"/>
          <a:ext cx="8545994" cy="155943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3CB515-B4A9-4394-A440-50907330956B}">
      <dsp:nvSpPr>
        <dsp:cNvPr id="0" name=""/>
        <dsp:cNvSpPr/>
      </dsp:nvSpPr>
      <dsp:spPr>
        <a:xfrm>
          <a:off x="1963" y="467831"/>
          <a:ext cx="1256272" cy="623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/>
            <a:t>Se</a:t>
          </a:r>
          <a:r>
            <a:rPr lang="es-MX" sz="1400" kern="1200" dirty="0"/>
            <a:t> </a:t>
          </a:r>
          <a:r>
            <a:rPr lang="es-MX" sz="1200" kern="1200" dirty="0"/>
            <a:t>articula directamente con las</a:t>
          </a:r>
          <a:endParaRPr lang="es-CO" sz="1200" kern="1200" dirty="0"/>
        </a:p>
      </dsp:txBody>
      <dsp:txXfrm>
        <a:off x="32413" y="498281"/>
        <a:ext cx="1195372" cy="562874"/>
      </dsp:txXfrm>
    </dsp:sp>
    <dsp:sp modelId="{A835CD52-D7AA-49E3-8B03-44809D26CE5D}">
      <dsp:nvSpPr>
        <dsp:cNvPr id="0" name=""/>
        <dsp:cNvSpPr/>
      </dsp:nvSpPr>
      <dsp:spPr>
        <a:xfrm>
          <a:off x="1467615" y="467831"/>
          <a:ext cx="1256272" cy="623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/>
            <a:t> </a:t>
          </a:r>
          <a:r>
            <a:rPr lang="es-MX" sz="1200" kern="1200" dirty="0" smtClean="0"/>
            <a:t>realidades </a:t>
          </a:r>
          <a:endParaRPr lang="es-CO" sz="1200" kern="1200" dirty="0"/>
        </a:p>
      </dsp:txBody>
      <dsp:txXfrm>
        <a:off x="1498065" y="498281"/>
        <a:ext cx="1195372" cy="562874"/>
      </dsp:txXfrm>
    </dsp:sp>
    <dsp:sp modelId="{3F4C1BF4-5E58-45EC-922F-778024375104}">
      <dsp:nvSpPr>
        <dsp:cNvPr id="0" name=""/>
        <dsp:cNvSpPr/>
      </dsp:nvSpPr>
      <dsp:spPr>
        <a:xfrm>
          <a:off x="2933267" y="467831"/>
          <a:ext cx="1256272" cy="623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/>
            <a:t>intereses y</a:t>
          </a:r>
          <a:endParaRPr lang="es-CO" sz="1400" kern="1200" dirty="0"/>
        </a:p>
      </dsp:txBody>
      <dsp:txXfrm>
        <a:off x="2963717" y="498281"/>
        <a:ext cx="1195372" cy="562874"/>
      </dsp:txXfrm>
    </dsp:sp>
    <dsp:sp modelId="{C0DEA385-AF4D-41A9-B6F2-6832DDF4560D}">
      <dsp:nvSpPr>
        <dsp:cNvPr id="0" name=""/>
        <dsp:cNvSpPr/>
      </dsp:nvSpPr>
      <dsp:spPr>
        <a:xfrm>
          <a:off x="4398919" y="467831"/>
          <a:ext cx="1256272" cy="623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/>
            <a:t>potencialidades</a:t>
          </a:r>
          <a:endParaRPr lang="es-CO" sz="1400" kern="1200" dirty="0"/>
        </a:p>
      </dsp:txBody>
      <dsp:txXfrm>
        <a:off x="4429369" y="498281"/>
        <a:ext cx="1195372" cy="562874"/>
      </dsp:txXfrm>
    </dsp:sp>
    <dsp:sp modelId="{9D08491D-5243-4C8F-A13C-CAA40A8C1F9A}">
      <dsp:nvSpPr>
        <dsp:cNvPr id="0" name=""/>
        <dsp:cNvSpPr/>
      </dsp:nvSpPr>
      <dsp:spPr>
        <a:xfrm>
          <a:off x="5864570" y="467831"/>
          <a:ext cx="1256272" cy="623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/>
            <a:t>promoviendo identidad cultural, </a:t>
          </a:r>
          <a:endParaRPr lang="es-CO" sz="1200" kern="1200" dirty="0"/>
        </a:p>
      </dsp:txBody>
      <dsp:txXfrm>
        <a:off x="5895020" y="498281"/>
        <a:ext cx="1195372" cy="562874"/>
      </dsp:txXfrm>
    </dsp:sp>
    <dsp:sp modelId="{94FB00F8-7337-435D-A74F-A88744862A9E}">
      <dsp:nvSpPr>
        <dsp:cNvPr id="0" name=""/>
        <dsp:cNvSpPr/>
      </dsp:nvSpPr>
      <dsp:spPr>
        <a:xfrm>
          <a:off x="7330222" y="467831"/>
          <a:ext cx="1256272" cy="623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200" kern="1200" dirty="0"/>
            <a:t>resiliencia</a:t>
          </a:r>
          <a:r>
            <a:rPr lang="es-MX" sz="1400" kern="1200" dirty="0"/>
            <a:t> </a:t>
          </a:r>
          <a:endParaRPr lang="es-CO" sz="1400" kern="1200" dirty="0"/>
        </a:p>
      </dsp:txBody>
      <dsp:txXfrm>
        <a:off x="7360672" y="498281"/>
        <a:ext cx="1195372" cy="562874"/>
      </dsp:txXfrm>
    </dsp:sp>
    <dsp:sp modelId="{B3556B60-BFE6-4F24-B6E8-6C88F9C72141}">
      <dsp:nvSpPr>
        <dsp:cNvPr id="0" name=""/>
        <dsp:cNvSpPr/>
      </dsp:nvSpPr>
      <dsp:spPr>
        <a:xfrm>
          <a:off x="8795874" y="467831"/>
          <a:ext cx="1256272" cy="623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400" kern="1200" dirty="0"/>
            <a:t>sentido de </a:t>
          </a:r>
          <a:r>
            <a:rPr lang="es-MX" sz="1200" kern="1200" dirty="0" smtClean="0"/>
            <a:t>pertenencia</a:t>
          </a:r>
          <a:endParaRPr lang="es-CO" sz="1200" kern="1200" dirty="0"/>
        </a:p>
      </dsp:txBody>
      <dsp:txXfrm>
        <a:off x="8826324" y="498281"/>
        <a:ext cx="1195372" cy="5628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1.png"/><Relationship Id="rId16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3.png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image" Target="../media/image2.png"/><Relationship Id="rId18" Type="http://schemas.openxmlformats.org/officeDocument/2006/relationships/diagramQuickStyle" Target="../diagrams/quickStyle5.xml"/><Relationship Id="rId3" Type="http://schemas.openxmlformats.org/officeDocument/2006/relationships/diagramData" Target="../diagrams/data3.xml"/><Relationship Id="rId21" Type="http://schemas.openxmlformats.org/officeDocument/2006/relationships/diagramData" Target="../diagrams/data6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openxmlformats.org/officeDocument/2006/relationships/diagramLayout" Target="../diagrams/layout5.xml"/><Relationship Id="rId25" Type="http://schemas.microsoft.com/office/2007/relationships/diagramDrawing" Target="../diagrams/drawing6.xml"/><Relationship Id="rId2" Type="http://schemas.openxmlformats.org/officeDocument/2006/relationships/image" Target="../media/image1.png"/><Relationship Id="rId16" Type="http://schemas.openxmlformats.org/officeDocument/2006/relationships/diagramData" Target="../diagrams/data5.xml"/><Relationship Id="rId20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24" Type="http://schemas.openxmlformats.org/officeDocument/2006/relationships/diagramColors" Target="../diagrams/colors6.xml"/><Relationship Id="rId5" Type="http://schemas.openxmlformats.org/officeDocument/2006/relationships/diagramQuickStyle" Target="../diagrams/quickStyle3.xml"/><Relationship Id="rId15" Type="http://schemas.microsoft.com/office/2007/relationships/hdphoto" Target="../media/hdphoto1.wdp"/><Relationship Id="rId23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4.xml"/><Relationship Id="rId19" Type="http://schemas.openxmlformats.org/officeDocument/2006/relationships/diagramColors" Target="../diagrams/colors5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image" Target="../media/image3.png"/><Relationship Id="rId22" Type="http://schemas.openxmlformats.org/officeDocument/2006/relationships/diagramLayout" Target="../diagrams/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5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openxmlformats.org/officeDocument/2006/relationships/image" Target="../media/image6.jpeg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image" Target="../media/image7.jpeg"/><Relationship Id="rId5" Type="http://schemas.openxmlformats.org/officeDocument/2006/relationships/diagramQuickStyle" Target="../diagrams/quickStyle12.xml"/><Relationship Id="rId10" Type="http://schemas.microsoft.com/office/2007/relationships/hdphoto" Target="../media/hdphoto1.wdp"/><Relationship Id="rId4" Type="http://schemas.openxmlformats.org/officeDocument/2006/relationships/diagramLayout" Target="../diagrams/layout12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10" Type="http://schemas.microsoft.com/office/2007/relationships/hdphoto" Target="../media/hdphoto1.wdp"/><Relationship Id="rId4" Type="http://schemas.openxmlformats.org/officeDocument/2006/relationships/diagramLayout" Target="../diagrams/layout13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11" Type="http://schemas.openxmlformats.org/officeDocument/2006/relationships/image" Target="../media/image8.jpeg"/><Relationship Id="rId5" Type="http://schemas.openxmlformats.org/officeDocument/2006/relationships/diagramQuickStyle" Target="../diagrams/quickStyle14.xml"/><Relationship Id="rId10" Type="http://schemas.microsoft.com/office/2007/relationships/hdphoto" Target="../media/hdphoto1.wdp"/><Relationship Id="rId4" Type="http://schemas.openxmlformats.org/officeDocument/2006/relationships/diagramLayout" Target="../diagrams/layout14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guillermo.ordonez@normalpitalito.edu.co" TargetMode="Externa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11" Type="http://schemas.microsoft.com/office/2007/relationships/hdphoto" Target="../media/hdphoto1.wdp"/><Relationship Id="rId5" Type="http://schemas.openxmlformats.org/officeDocument/2006/relationships/diagramQuickStyle" Target="../diagrams/quickStyle15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5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3169920" y="3195479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Banda Sinfónica Juvenil</a:t>
            </a:r>
          </a:p>
          <a:p>
            <a:r>
              <a:rPr lang="es-CO" dirty="0"/>
              <a:t>Guillermo León Ordóñez </a:t>
            </a:r>
            <a:r>
              <a:rPr lang="es-CO" dirty="0" err="1"/>
              <a:t>Semanate</a:t>
            </a:r>
            <a:r>
              <a:rPr lang="es-CO" dirty="0"/>
              <a:t> </a:t>
            </a:r>
          </a:p>
          <a:p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4086948"/>
              </p:ext>
            </p:extLst>
          </p:nvPr>
        </p:nvGraphicFramePr>
        <p:xfrm>
          <a:off x="3383282" y="1043508"/>
          <a:ext cx="7293830" cy="875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A45EA82B-8971-3A17-4911-934CC26EE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7040580"/>
              </p:ext>
            </p:extLst>
          </p:nvPr>
        </p:nvGraphicFramePr>
        <p:xfrm>
          <a:off x="3343690" y="2381284"/>
          <a:ext cx="8623605" cy="3807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4AE0ECE5-6F15-ED2D-2195-ABDF4DD0D9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-4" y="896288"/>
            <a:ext cx="3487737" cy="59943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5088A86-B152-4333-E577-5472BC9A2C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329662"/>
              </p:ext>
            </p:extLst>
          </p:nvPr>
        </p:nvGraphicFramePr>
        <p:xfrm>
          <a:off x="48062" y="1803160"/>
          <a:ext cx="7269480" cy="3800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E8DCCA62-7BC1-F213-3DAC-3E9CFED0C6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5879362"/>
              </p:ext>
            </p:extLst>
          </p:nvPr>
        </p:nvGraphicFramePr>
        <p:xfrm>
          <a:off x="6522720" y="2087880"/>
          <a:ext cx="5669280" cy="3515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grpSp>
        <p:nvGrpSpPr>
          <p:cNvPr id="11" name="Grupo 10">
            <a:extLst>
              <a:ext uri="{FF2B5EF4-FFF2-40B4-BE49-F238E27FC236}">
                <a16:creationId xmlns:a16="http://schemas.microsoft.com/office/drawing/2014/main" id="{11D9F7BC-1FBC-C0A6-52A6-D07E52B9639E}"/>
              </a:ext>
            </a:extLst>
          </p:cNvPr>
          <p:cNvGrpSpPr/>
          <p:nvPr/>
        </p:nvGrpSpPr>
        <p:grpSpPr>
          <a:xfrm>
            <a:off x="9040149" y="2500142"/>
            <a:ext cx="3103789" cy="3103733"/>
            <a:chOff x="1349809" y="3564255"/>
            <a:chExt cx="952014" cy="475957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ABB12D8F-2AB9-74EB-9534-7D2196AD9DBB}"/>
                </a:ext>
              </a:extLst>
            </p:cNvPr>
            <p:cNvSpPr/>
            <p:nvPr/>
          </p:nvSpPr>
          <p:spPr>
            <a:xfrm>
              <a:off x="1349809" y="3564255"/>
              <a:ext cx="952014" cy="47595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723AFF1D-67A1-04AD-1DA0-0EBD1730EEC6}"/>
                </a:ext>
              </a:extLst>
            </p:cNvPr>
            <p:cNvSpPr txBox="1"/>
            <p:nvPr/>
          </p:nvSpPr>
          <p:spPr>
            <a:xfrm>
              <a:off x="1349809" y="3564255"/>
              <a:ext cx="952014" cy="4759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175" tIns="3175" rIns="3175" bIns="3175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CO" sz="2000" kern="1200" dirty="0"/>
            </a:p>
          </p:txBody>
        </p:sp>
      </p:grpSp>
      <p:graphicFrame>
        <p:nvGraphicFramePr>
          <p:cNvPr id="16" name="Diagrama 15">
            <a:extLst>
              <a:ext uri="{FF2B5EF4-FFF2-40B4-BE49-F238E27FC236}">
                <a16:creationId xmlns:a16="http://schemas.microsoft.com/office/drawing/2014/main" id="{1F59D19E-A1F2-2AB4-CE9D-B3A4DFA60E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4637011"/>
              </p:ext>
            </p:extLst>
          </p:nvPr>
        </p:nvGraphicFramePr>
        <p:xfrm>
          <a:off x="1913184" y="5578838"/>
          <a:ext cx="10054111" cy="155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1" r:lo="rId22" r:qs="rId23" r:cs="rId24"/>
          </a:graphicData>
        </a:graphic>
      </p:graphicFrame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1146894" y="2332037"/>
            <a:ext cx="99860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/>
              <a:t>Existe coherencia entre los objetivos formativos, las acciones implementadas y los resultados obtenidos. Los procesos de selección de repertorio, práctica instrumental, ensayos colectivos y presentaciones públicas se relacionan de manera directa con el propósito de potenciar habilidades musicales, fortalecer la convivencia y propiciar el desarrollo integral de los estudiantes.</a:t>
            </a:r>
          </a:p>
          <a:p>
            <a:pPr marL="0" indent="0">
              <a:buFont typeface="Arial"/>
              <a:buNone/>
            </a:pPr>
            <a:r>
              <a:rPr lang="es-MX" dirty="0"/>
              <a:t/>
            </a:r>
            <a:br>
              <a:rPr lang="es-MX" dirty="0"/>
            </a:br>
            <a:r>
              <a:rPr lang="es-MX" dirty="0"/>
              <a:t>Las metodologías aplicadas facilitan la articulación teoría–práctica, el trabajo colaborativo y la gestión emocional, consolidando una propuesta educativa sólida y pertinente.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100"/>
            <a:ext cx="1092708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b="0" i="0" dirty="0">
                <a:effectLst/>
              </a:rPr>
              <a:t>A lo largo de casi diez años de implementación, la experiencia ha evidenciado un proceso continuo de actualización, reorganización y mejora. </a:t>
            </a:r>
          </a:p>
          <a:p>
            <a:pPr marL="0" indent="0">
              <a:buNone/>
            </a:pPr>
            <a:r>
              <a:rPr lang="es-MX" b="0" i="0" dirty="0">
                <a:effectLst/>
              </a:rPr>
              <a:t>Ha incorporado nuevos enfoques metodológicos, repertorios variados, estrategias de musicoterapia, recursos tecnológicos para ensayos virtuales y mecanismos más precisos de evaluación.</a:t>
            </a:r>
          </a:p>
          <a:p>
            <a:pPr marL="0" indent="0">
              <a:buNone/>
            </a:pPr>
            <a:r>
              <a:rPr lang="es-MX" b="0" i="0" dirty="0">
                <a:effectLst/>
              </a:rPr>
              <a:t>Esta evolución refleja la capacidad reflexiva del docente líder, la adaptación a los contextos cambiantes y la consolidación de un proceso musical pedagógico sostenible y en crecimiento.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988820"/>
            <a:ext cx="11704319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s-MX" dirty="0"/>
              <a:t>La Banda Sinfónica promueve la participación activa 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Estudiantes:</a:t>
            </a:r>
            <a:r>
              <a:rPr lang="es-MX" dirty="0"/>
              <a:t> integración en prácticas musicales, liderazgo en secciones, apoyo en logística y preparación de conciertos.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Docentes:</a:t>
            </a:r>
            <a:r>
              <a:rPr lang="es-MX" dirty="0"/>
              <a:t> acompañamiento pedagógico y colaboración interdisciplinar.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Familias:</a:t>
            </a:r>
            <a:r>
              <a:rPr lang="es-MX" dirty="0"/>
              <a:t> apoyo en presentaciones, dotación y motivación para la continuidad.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Equipo directivo:</a:t>
            </a:r>
            <a:r>
              <a:rPr lang="es-MX" dirty="0"/>
              <a:t> respaldo institucional y gestión de recursos.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Comunidad:</a:t>
            </a:r>
            <a:r>
              <a:rPr lang="es-MX" dirty="0"/>
              <a:t> participación en eventos culturales y reconocimiento del proceso.</a:t>
            </a:r>
          </a:p>
          <a:p>
            <a:r>
              <a:rPr lang="es-MX" dirty="0"/>
              <a:t>Este involucramiento colectivo fortalece el sentido de pertenencia, la corresponsabilidad y la identidad artística institucional.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920" y="2332037"/>
            <a:ext cx="749808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MX" dirty="0"/>
              <a:t>La experiencia utiliza instrumentos cualitativos y cuantitativos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Registros audiovisuales de ensayos y conciertos.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Listas de chequeo de técnica instrumental y lectura musical.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Rúbricas de desempeño colectivo.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Bitácoras de ensayo.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Observación participativa.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Retroalimentación entre pares.</a:t>
            </a:r>
          </a:p>
          <a:p>
            <a:r>
              <a:rPr lang="es-MX" dirty="0"/>
              <a:t>El análisis mixto permite valorar avances técnicos, habilidades socioemocionales y competencias ciudadanas. La reflexión continua ha orientado ajustes metodológicos, diversificación de repertorios y fortalecimiento de la convivencia.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4E2C0A8-2E4F-7D59-6E03-8721E8BEB35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9334" b="-2"/>
          <a:stretch>
            <a:fillRect/>
          </a:stretch>
        </p:blipFill>
        <p:spPr>
          <a:xfrm>
            <a:off x="0" y="2190212"/>
            <a:ext cx="4907280" cy="3540662"/>
          </a:xfrm>
          <a:custGeom>
            <a:avLst/>
            <a:gdLst/>
            <a:ahLst/>
            <a:cxnLst/>
            <a:rect l="l" t="t" r="r" b="b"/>
            <a:pathLst>
              <a:path w="6105136" h="4191746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007468" y="4190779"/>
                  <a:pt x="1790648" y="4201115"/>
                  <a:pt x="1535079" y="4190306"/>
                </a:cubicBez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004378"/>
            <a:ext cx="5364480" cy="4675506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s-MX" dirty="0"/>
              <a:t>Entre los principales logros se destacan: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Desarrollo técnico en aerófonos y percusión.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Mejora de habilidades cognitivas y socioemocionales.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Fortalecimiento de la convivencia y la disciplina.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Participación en eventos institucionales y comunitarios.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Aumento del sentido de pertenencia y la identidad artística.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Integración </a:t>
            </a:r>
            <a:r>
              <a:rPr lang="es-MX" dirty="0" err="1"/>
              <a:t>intergrados</a:t>
            </a:r>
            <a:r>
              <a:rPr lang="es-MX" dirty="0"/>
              <a:t> (6° a 11°) mediante un proyecto colectivo de impacto.</a:t>
            </a:r>
          </a:p>
          <a:p>
            <a:r>
              <a:rPr lang="es-MX" dirty="0"/>
              <a:t>La Banda Sinfónica se ha consolidado como un referente cultural y formativo dentro de la institución.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Picture 2" descr="Puede ser una imagen de 6 personas, guitarra, clarinete y violín">
            <a:extLst>
              <a:ext uri="{FF2B5EF4-FFF2-40B4-BE49-F238E27FC236}">
                <a16:creationId xmlns:a16="http://schemas.microsoft.com/office/drawing/2014/main" id="{1A9E9A33-C7D8-6F6F-28DA-EA35AD61C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3" r="39759" b="-2"/>
          <a:stretch>
            <a:fillRect/>
          </a:stretch>
        </p:blipFill>
        <p:spPr bwMode="auto">
          <a:xfrm>
            <a:off x="6690361" y="2096134"/>
            <a:ext cx="4854151" cy="40757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140" y="2356326"/>
            <a:ext cx="6459155" cy="4212114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MX" dirty="0"/>
              <a:t>La experiencia puede replicarse en otros contextos debido 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Su metodología estructurada.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uso de repertorios adaptados por niveles.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enfoque pedagógico y terapéutico.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combinación de ensayos presenciales y virtuales.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participación comunitaria y los conciertos pedagógicos.</a:t>
            </a:r>
          </a:p>
          <a:p>
            <a:r>
              <a:rPr lang="es-MX" dirty="0"/>
              <a:t>Los procesos y materiales generados (partituras, guías, audiovisuales) facilitan la adaptación del modelo en otras instituciones educativas.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Picture 2" descr="Puede ser una imagen de 5 personas">
            <a:extLst>
              <a:ext uri="{FF2B5EF4-FFF2-40B4-BE49-F238E27FC236}">
                <a16:creationId xmlns:a16="http://schemas.microsoft.com/office/drawing/2014/main" id="{EA6D014C-1D9D-E245-9021-15D37D53FA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3" t="17798" r="24608" b="-2"/>
          <a:stretch/>
        </p:blipFill>
        <p:spPr bwMode="auto">
          <a:xfrm>
            <a:off x="1080358" y="2159731"/>
            <a:ext cx="4229103" cy="404564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2171700"/>
            <a:ext cx="1068324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MX" dirty="0"/>
              <a:t>La sostenibilidad se garantiza mediante: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Apoyo institucional permanente.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Integración al PEI y al PMI.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Participación activa de estudiantes y familias.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Renovación continua de repertorios y metodologías.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Uso de recursos tecnológicos y materiales asequibles.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Valoración comunitaria de la Banda como patrimonio escolar.</a:t>
            </a:r>
          </a:p>
          <a:p>
            <a:r>
              <a:rPr lang="es-MX" dirty="0"/>
              <a:t>Esta continuidad permite proyectar el proceso a mediano y largo plazo.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41" y="1920558"/>
            <a:ext cx="6425896" cy="4759326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MX" dirty="0"/>
              <a:t>La experiencia incorpora elementos innovadores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Integración de la musicoterapia en contextos escolares.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Ensayos híbridos (presenciales y virtuales).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Adaptación musical a niveles emocionales y técnicos.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Pedagogía activa y colaborativa.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Uso de registros audiovisuales para retroalimentación.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Articulación entre formación musical, convivencia y desarrollo integral.</a:t>
            </a:r>
          </a:p>
          <a:p>
            <a:r>
              <a:rPr lang="es-MX" dirty="0"/>
              <a:t>Estas innovaciones enriquecen el aprendizaje, fortalecen la identidad cultural y dinamizan la vida escolar.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88FFC6B-61CA-7E79-A0F8-D79D28A5163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2" r="-2" b="24731"/>
          <a:stretch>
            <a:fillRect/>
          </a:stretch>
        </p:blipFill>
        <p:spPr bwMode="auto">
          <a:xfrm>
            <a:off x="6751319" y="1939709"/>
            <a:ext cx="5215975" cy="4140733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801100" cy="4525963"/>
          </a:xfrm>
        </p:spPr>
        <p:txBody>
          <a:bodyPr/>
          <a:lstStyle/>
          <a:p>
            <a:r>
              <a:rPr dirty="0" err="1"/>
              <a:t>Responsable</a:t>
            </a:r>
            <a:r>
              <a:rPr dirty="0"/>
              <a:t>(s): </a:t>
            </a:r>
            <a:r>
              <a:rPr lang="es-CO" dirty="0"/>
              <a:t>Guillermo León Ordóñez </a:t>
            </a:r>
            <a:r>
              <a:rPr lang="es-CO" dirty="0" err="1"/>
              <a:t>Semanate</a:t>
            </a:r>
            <a:endParaRPr lang="es-CO" dirty="0"/>
          </a:p>
          <a:p>
            <a:r>
              <a:rPr lang="es-CO" dirty="0"/>
              <a:t>Correo(s): </a:t>
            </a:r>
            <a:r>
              <a:rPr lang="es-CO" dirty="0">
                <a:solidFill>
                  <a:schemeClr val="bg1">
                    <a:lumMod val="75000"/>
                  </a:schemeClr>
                </a:solidFill>
                <a:hlinkClick r:id="rId8"/>
              </a:rPr>
              <a:t>guillermo.ordonez@normalpitalito.edu.co</a:t>
            </a:r>
            <a:endParaRPr lang="es-CO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dirty="0" err="1"/>
              <a:t>Teléfono</a:t>
            </a:r>
            <a:r>
              <a:rPr lang="es-MX" dirty="0"/>
              <a:t>: </a:t>
            </a:r>
            <a:r>
              <a:rPr lang="es-CO" dirty="0"/>
              <a:t>300 285 0595</a:t>
            </a:r>
          </a:p>
          <a:p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779</Words>
  <Application>Microsoft Office PowerPoint</Application>
  <PresentationFormat>Panorámica</PresentationFormat>
  <Paragraphs>88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17</cp:revision>
  <dcterms:created xsi:type="dcterms:W3CDTF">2025-07-23T15:35:07Z</dcterms:created>
  <dcterms:modified xsi:type="dcterms:W3CDTF">2026-06-10T21:20:50Z</dcterms:modified>
</cp:coreProperties>
</file>