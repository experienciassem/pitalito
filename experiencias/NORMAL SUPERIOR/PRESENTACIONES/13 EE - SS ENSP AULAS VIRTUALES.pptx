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7" r:id="rId10"/>
    <p:sldId id="263" r:id="rId11"/>
    <p:sldId id="264" r:id="rId12"/>
    <p:sldId id="268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BA035F-8179-4596-A958-AD0CD095CC0B}" type="doc">
      <dgm:prSet loTypeId="urn:microsoft.com/office/officeart/2005/8/layout/vList2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C7F6DF07-D7DA-496D-A476-04279650EC10}">
      <dgm:prSet/>
      <dgm:spPr/>
      <dgm:t>
        <a:bodyPr/>
        <a:lstStyle/>
        <a:p>
          <a:pPr algn="ctr"/>
          <a:r>
            <a:rPr lang="es-CO" b="1" dirty="0"/>
            <a:t>FUNDAMENTACIÓN</a:t>
          </a:r>
        </a:p>
      </dgm:t>
    </dgm:pt>
    <dgm:pt modelId="{0ECAD35C-55AC-49B2-9831-6C0AD50D8838}" type="parTrans" cxnId="{B1B0198F-FEFE-40D2-AC81-6D2B8747BEBE}">
      <dgm:prSet/>
      <dgm:spPr/>
      <dgm:t>
        <a:bodyPr/>
        <a:lstStyle/>
        <a:p>
          <a:endParaRPr lang="es-CO"/>
        </a:p>
      </dgm:t>
    </dgm:pt>
    <dgm:pt modelId="{907A49F8-9E5F-4930-B223-E1F5A4A21D99}" type="sibTrans" cxnId="{B1B0198F-FEFE-40D2-AC81-6D2B8747BEBE}">
      <dgm:prSet/>
      <dgm:spPr/>
      <dgm:t>
        <a:bodyPr/>
        <a:lstStyle/>
        <a:p>
          <a:endParaRPr lang="es-CO"/>
        </a:p>
      </dgm:t>
    </dgm:pt>
    <dgm:pt modelId="{9C3235FC-F9ED-4543-A39E-F3FF0E30798A}" type="pres">
      <dgm:prSet presAssocID="{95BA035F-8179-4596-A958-AD0CD095CC0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8CF2D84-CB5C-4870-BE17-F34AE6398BA6}" type="pres">
      <dgm:prSet presAssocID="{C7F6DF07-D7DA-496D-A476-04279650EC10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B1B0198F-FEFE-40D2-AC81-6D2B8747BEBE}" srcId="{95BA035F-8179-4596-A958-AD0CD095CC0B}" destId="{C7F6DF07-D7DA-496D-A476-04279650EC10}" srcOrd="0" destOrd="0" parTransId="{0ECAD35C-55AC-49B2-9831-6C0AD50D8838}" sibTransId="{907A49F8-9E5F-4930-B223-E1F5A4A21D99}"/>
    <dgm:cxn modelId="{67650EA7-892A-45BA-88EF-B08FB87FEEB2}" type="presOf" srcId="{95BA035F-8179-4596-A958-AD0CD095CC0B}" destId="{9C3235FC-F9ED-4543-A39E-F3FF0E30798A}" srcOrd="0" destOrd="0" presId="urn:microsoft.com/office/officeart/2005/8/layout/vList2"/>
    <dgm:cxn modelId="{9C0516A3-0F2A-4CE4-A9A9-2E81B03FE9C7}" type="presOf" srcId="{C7F6DF07-D7DA-496D-A476-04279650EC10}" destId="{C8CF2D84-CB5C-4870-BE17-F34AE6398BA6}" srcOrd="0" destOrd="0" presId="urn:microsoft.com/office/officeart/2005/8/layout/vList2"/>
    <dgm:cxn modelId="{3F0A0657-F7A1-4735-A7E6-DE57DDE0A8FD}" type="presParOf" srcId="{9C3235FC-F9ED-4543-A39E-F3FF0E30798A}" destId="{C8CF2D84-CB5C-4870-BE17-F34AE6398B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6C8184-9B6A-4D7E-AE6D-6DD92843F1DC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s-CO"/>
        </a:p>
      </dgm:t>
    </dgm:pt>
    <dgm:pt modelId="{D763F825-BCA9-42C1-A01E-CD07126038A9}">
      <dgm:prSet/>
      <dgm:spPr/>
      <dgm:t>
        <a:bodyPr/>
        <a:lstStyle/>
        <a:p>
          <a:pPr algn="ctr"/>
          <a:r>
            <a:rPr lang="es-CO" b="1" dirty="0"/>
            <a:t>PERTINENCIA</a:t>
          </a:r>
        </a:p>
      </dgm:t>
    </dgm:pt>
    <dgm:pt modelId="{4D348EE0-A11C-41C9-9CDB-B3C59950A90F}" type="parTrans" cxnId="{1C13F7B1-B293-46F0-8D39-63437B91D6B1}">
      <dgm:prSet/>
      <dgm:spPr/>
      <dgm:t>
        <a:bodyPr/>
        <a:lstStyle/>
        <a:p>
          <a:endParaRPr lang="es-CO"/>
        </a:p>
      </dgm:t>
    </dgm:pt>
    <dgm:pt modelId="{89C347BD-6F1D-438E-A1D0-A8671AD78AC9}" type="sibTrans" cxnId="{1C13F7B1-B293-46F0-8D39-63437B91D6B1}">
      <dgm:prSet/>
      <dgm:spPr/>
      <dgm:t>
        <a:bodyPr/>
        <a:lstStyle/>
        <a:p>
          <a:endParaRPr lang="es-CO"/>
        </a:p>
      </dgm:t>
    </dgm:pt>
    <dgm:pt modelId="{90BA5739-2A23-42E9-8157-853E0509D165}" type="pres">
      <dgm:prSet presAssocID="{376C8184-9B6A-4D7E-AE6D-6DD92843F1D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DEF29C7E-E073-4C24-BFC4-FE36920507FF}" type="pres">
      <dgm:prSet presAssocID="{D763F825-BCA9-42C1-A01E-CD07126038A9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D7F30D7B-F389-4115-A5A9-CD630504A619}" type="presOf" srcId="{376C8184-9B6A-4D7E-AE6D-6DD92843F1DC}" destId="{90BA5739-2A23-42E9-8157-853E0509D165}" srcOrd="0" destOrd="0" presId="urn:microsoft.com/office/officeart/2005/8/layout/vList2"/>
    <dgm:cxn modelId="{198B1697-9C27-4CA9-ADFF-97E31701E105}" type="presOf" srcId="{D763F825-BCA9-42C1-A01E-CD07126038A9}" destId="{DEF29C7E-E073-4C24-BFC4-FE36920507FF}" srcOrd="0" destOrd="0" presId="urn:microsoft.com/office/officeart/2005/8/layout/vList2"/>
    <dgm:cxn modelId="{1C13F7B1-B293-46F0-8D39-63437B91D6B1}" srcId="{376C8184-9B6A-4D7E-AE6D-6DD92843F1DC}" destId="{D763F825-BCA9-42C1-A01E-CD07126038A9}" srcOrd="0" destOrd="0" parTransId="{4D348EE0-A11C-41C9-9CDB-B3C59950A90F}" sibTransId="{89C347BD-6F1D-438E-A1D0-A8671AD78AC9}"/>
    <dgm:cxn modelId="{28DF575F-C6CE-4D87-BBD4-DFFE26966AF6}" type="presParOf" srcId="{90BA5739-2A23-42E9-8157-853E0509D165}" destId="{DEF29C7E-E073-4C24-BFC4-FE36920507F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BA035F-8179-4596-A958-AD0CD095CC0B}" type="doc">
      <dgm:prSet loTypeId="urn:microsoft.com/office/officeart/2005/8/layout/vList2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C7F6DF07-D7DA-496D-A476-04279650EC10}">
      <dgm:prSet/>
      <dgm:spPr/>
      <dgm:t>
        <a:bodyPr/>
        <a:lstStyle/>
        <a:p>
          <a:pPr algn="ctr"/>
          <a:r>
            <a:rPr lang="es-MX" b="1" dirty="0"/>
            <a:t>CONSISTENCIA</a:t>
          </a:r>
          <a:endParaRPr lang="es-CO" b="1" dirty="0"/>
        </a:p>
      </dgm:t>
    </dgm:pt>
    <dgm:pt modelId="{0ECAD35C-55AC-49B2-9831-6C0AD50D8838}" type="parTrans" cxnId="{B1B0198F-FEFE-40D2-AC81-6D2B8747BEBE}">
      <dgm:prSet/>
      <dgm:spPr/>
      <dgm:t>
        <a:bodyPr/>
        <a:lstStyle/>
        <a:p>
          <a:endParaRPr lang="es-CO"/>
        </a:p>
      </dgm:t>
    </dgm:pt>
    <dgm:pt modelId="{907A49F8-9E5F-4930-B223-E1F5A4A21D99}" type="sibTrans" cxnId="{B1B0198F-FEFE-40D2-AC81-6D2B8747BEBE}">
      <dgm:prSet/>
      <dgm:spPr/>
      <dgm:t>
        <a:bodyPr/>
        <a:lstStyle/>
        <a:p>
          <a:endParaRPr lang="es-CO"/>
        </a:p>
      </dgm:t>
    </dgm:pt>
    <dgm:pt modelId="{9C3235FC-F9ED-4543-A39E-F3FF0E30798A}" type="pres">
      <dgm:prSet presAssocID="{95BA035F-8179-4596-A958-AD0CD095CC0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8CF2D84-CB5C-4870-BE17-F34AE6398BA6}" type="pres">
      <dgm:prSet presAssocID="{C7F6DF07-D7DA-496D-A476-04279650EC10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B1B0198F-FEFE-40D2-AC81-6D2B8747BEBE}" srcId="{95BA035F-8179-4596-A958-AD0CD095CC0B}" destId="{C7F6DF07-D7DA-496D-A476-04279650EC10}" srcOrd="0" destOrd="0" parTransId="{0ECAD35C-55AC-49B2-9831-6C0AD50D8838}" sibTransId="{907A49F8-9E5F-4930-B223-E1F5A4A21D99}"/>
    <dgm:cxn modelId="{67650EA7-892A-45BA-88EF-B08FB87FEEB2}" type="presOf" srcId="{95BA035F-8179-4596-A958-AD0CD095CC0B}" destId="{9C3235FC-F9ED-4543-A39E-F3FF0E30798A}" srcOrd="0" destOrd="0" presId="urn:microsoft.com/office/officeart/2005/8/layout/vList2"/>
    <dgm:cxn modelId="{9C0516A3-0F2A-4CE4-A9A9-2E81B03FE9C7}" type="presOf" srcId="{C7F6DF07-D7DA-496D-A476-04279650EC10}" destId="{C8CF2D84-CB5C-4870-BE17-F34AE6398BA6}" srcOrd="0" destOrd="0" presId="urn:microsoft.com/office/officeart/2005/8/layout/vList2"/>
    <dgm:cxn modelId="{3F0A0657-F7A1-4735-A7E6-DE57DDE0A8FD}" type="presParOf" srcId="{9C3235FC-F9ED-4543-A39E-F3FF0E30798A}" destId="{C8CF2D84-CB5C-4870-BE17-F34AE6398B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76C8184-9B6A-4D7E-AE6D-6DD92843F1DC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s-CO"/>
        </a:p>
      </dgm:t>
    </dgm:pt>
    <dgm:pt modelId="{D763F825-BCA9-42C1-A01E-CD07126038A9}">
      <dgm:prSet/>
      <dgm:spPr/>
      <dgm:t>
        <a:bodyPr/>
        <a:lstStyle/>
        <a:p>
          <a:pPr algn="ctr"/>
          <a:r>
            <a:rPr lang="es-CO" b="1" dirty="0"/>
            <a:t>MADUREZ</a:t>
          </a:r>
        </a:p>
      </dgm:t>
    </dgm:pt>
    <dgm:pt modelId="{4D348EE0-A11C-41C9-9CDB-B3C59950A90F}" type="parTrans" cxnId="{1C13F7B1-B293-46F0-8D39-63437B91D6B1}">
      <dgm:prSet/>
      <dgm:spPr/>
      <dgm:t>
        <a:bodyPr/>
        <a:lstStyle/>
        <a:p>
          <a:endParaRPr lang="es-CO"/>
        </a:p>
      </dgm:t>
    </dgm:pt>
    <dgm:pt modelId="{89C347BD-6F1D-438E-A1D0-A8671AD78AC9}" type="sibTrans" cxnId="{1C13F7B1-B293-46F0-8D39-63437B91D6B1}">
      <dgm:prSet/>
      <dgm:spPr/>
      <dgm:t>
        <a:bodyPr/>
        <a:lstStyle/>
        <a:p>
          <a:endParaRPr lang="es-CO"/>
        </a:p>
      </dgm:t>
    </dgm:pt>
    <dgm:pt modelId="{90BA5739-2A23-42E9-8157-853E0509D165}" type="pres">
      <dgm:prSet presAssocID="{376C8184-9B6A-4D7E-AE6D-6DD92843F1D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DEF29C7E-E073-4C24-BFC4-FE36920507FF}" type="pres">
      <dgm:prSet presAssocID="{D763F825-BCA9-42C1-A01E-CD07126038A9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D7F30D7B-F389-4115-A5A9-CD630504A619}" type="presOf" srcId="{376C8184-9B6A-4D7E-AE6D-6DD92843F1DC}" destId="{90BA5739-2A23-42E9-8157-853E0509D165}" srcOrd="0" destOrd="0" presId="urn:microsoft.com/office/officeart/2005/8/layout/vList2"/>
    <dgm:cxn modelId="{198B1697-9C27-4CA9-ADFF-97E31701E105}" type="presOf" srcId="{D763F825-BCA9-42C1-A01E-CD07126038A9}" destId="{DEF29C7E-E073-4C24-BFC4-FE36920507FF}" srcOrd="0" destOrd="0" presId="urn:microsoft.com/office/officeart/2005/8/layout/vList2"/>
    <dgm:cxn modelId="{1C13F7B1-B293-46F0-8D39-63437B91D6B1}" srcId="{376C8184-9B6A-4D7E-AE6D-6DD92843F1DC}" destId="{D763F825-BCA9-42C1-A01E-CD07126038A9}" srcOrd="0" destOrd="0" parTransId="{4D348EE0-A11C-41C9-9CDB-B3C59950A90F}" sibTransId="{89C347BD-6F1D-438E-A1D0-A8671AD78AC9}"/>
    <dgm:cxn modelId="{28DF575F-C6CE-4D87-BBD4-DFFE26966AF6}" type="presParOf" srcId="{90BA5739-2A23-42E9-8157-853E0509D165}" destId="{DEF29C7E-E073-4C24-BFC4-FE36920507F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3A31B69-566F-4499-A255-C960BF21662E}" type="doc">
      <dgm:prSet loTypeId="urn:microsoft.com/office/officeart/2005/8/layout/vList2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7F922071-A59B-4287-9D0E-7DF877A3045C}">
      <dgm:prSet/>
      <dgm:spPr/>
      <dgm:t>
        <a:bodyPr/>
        <a:lstStyle/>
        <a:p>
          <a:pPr algn="ctr"/>
          <a:r>
            <a:rPr lang="es-CO" b="1" dirty="0"/>
            <a:t>EMPODERAMIENTO</a:t>
          </a:r>
        </a:p>
      </dgm:t>
    </dgm:pt>
    <dgm:pt modelId="{E9C193A8-A247-4C39-A3FE-B504305332DF}" type="parTrans" cxnId="{1DB7F010-2F4E-456D-B4C0-2FE7D9AE0F4F}">
      <dgm:prSet/>
      <dgm:spPr/>
      <dgm:t>
        <a:bodyPr/>
        <a:lstStyle/>
        <a:p>
          <a:endParaRPr lang="es-CO" b="1"/>
        </a:p>
      </dgm:t>
    </dgm:pt>
    <dgm:pt modelId="{9281B5D9-05E2-4982-B9B4-2700AAECF309}" type="sibTrans" cxnId="{1DB7F010-2F4E-456D-B4C0-2FE7D9AE0F4F}">
      <dgm:prSet/>
      <dgm:spPr/>
      <dgm:t>
        <a:bodyPr/>
        <a:lstStyle/>
        <a:p>
          <a:endParaRPr lang="es-CO" b="1"/>
        </a:p>
      </dgm:t>
    </dgm:pt>
    <dgm:pt modelId="{EE60C2F3-6D59-4EF4-99CC-E08E4187B5AD}" type="pres">
      <dgm:prSet presAssocID="{83A31B69-566F-4499-A255-C960BF21662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31B678E1-2000-4FC0-838F-85DFB5B56F1D}" type="pres">
      <dgm:prSet presAssocID="{7F922071-A59B-4287-9D0E-7DF877A3045C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FD4F9621-F8E9-4ECC-8981-5720E0F99AC2}" type="presOf" srcId="{83A31B69-566F-4499-A255-C960BF21662E}" destId="{EE60C2F3-6D59-4EF4-99CC-E08E4187B5AD}" srcOrd="0" destOrd="0" presId="urn:microsoft.com/office/officeart/2005/8/layout/vList2"/>
    <dgm:cxn modelId="{1DB7F010-2F4E-456D-B4C0-2FE7D9AE0F4F}" srcId="{83A31B69-566F-4499-A255-C960BF21662E}" destId="{7F922071-A59B-4287-9D0E-7DF877A3045C}" srcOrd="0" destOrd="0" parTransId="{E9C193A8-A247-4C39-A3FE-B504305332DF}" sibTransId="{9281B5D9-05E2-4982-B9B4-2700AAECF309}"/>
    <dgm:cxn modelId="{07D11A80-66BF-4FBD-BA76-79F3089DA47E}" type="presOf" srcId="{7F922071-A59B-4287-9D0E-7DF877A3045C}" destId="{31B678E1-2000-4FC0-838F-85DFB5B56F1D}" srcOrd="0" destOrd="0" presId="urn:microsoft.com/office/officeart/2005/8/layout/vList2"/>
    <dgm:cxn modelId="{177D5206-8400-4099-8762-F6244B234210}" type="presParOf" srcId="{EE60C2F3-6D59-4EF4-99CC-E08E4187B5AD}" destId="{31B678E1-2000-4FC0-838F-85DFB5B56F1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6514916-3387-426F-A9A9-E61B9485027B}" type="doc">
      <dgm:prSet loTypeId="urn:microsoft.com/office/officeart/2005/8/layout/vList2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2BA2871D-4D81-449B-BC5B-1C6D17252554}">
      <dgm:prSet/>
      <dgm:spPr/>
      <dgm:t>
        <a:bodyPr/>
        <a:lstStyle/>
        <a:p>
          <a:pPr algn="ctr"/>
          <a:r>
            <a:rPr lang="es-CO" b="1" dirty="0"/>
            <a:t>EVALUACIÓN Y SEGUIMIENTO</a:t>
          </a:r>
        </a:p>
      </dgm:t>
    </dgm:pt>
    <dgm:pt modelId="{A2D1B0C6-1A70-485D-BDAA-35E0FA57F7F1}" type="parTrans" cxnId="{2517FB1F-33DE-4F65-8466-9BE6FC21C8EF}">
      <dgm:prSet/>
      <dgm:spPr/>
      <dgm:t>
        <a:bodyPr/>
        <a:lstStyle/>
        <a:p>
          <a:endParaRPr lang="es-CO"/>
        </a:p>
      </dgm:t>
    </dgm:pt>
    <dgm:pt modelId="{3FE21DCF-86CA-4EA9-BC90-807B687D300A}" type="sibTrans" cxnId="{2517FB1F-33DE-4F65-8466-9BE6FC21C8EF}">
      <dgm:prSet/>
      <dgm:spPr/>
      <dgm:t>
        <a:bodyPr/>
        <a:lstStyle/>
        <a:p>
          <a:endParaRPr lang="es-CO"/>
        </a:p>
      </dgm:t>
    </dgm:pt>
    <dgm:pt modelId="{080806E0-BA41-4A10-84E1-9CB4EB13CD23}" type="pres">
      <dgm:prSet presAssocID="{A6514916-3387-426F-A9A9-E61B9485027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46DBEF42-CFB9-4902-8628-91F229D11855}" type="pres">
      <dgm:prSet presAssocID="{2BA2871D-4D81-449B-BC5B-1C6D17252554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517FB1F-33DE-4F65-8466-9BE6FC21C8EF}" srcId="{A6514916-3387-426F-A9A9-E61B9485027B}" destId="{2BA2871D-4D81-449B-BC5B-1C6D17252554}" srcOrd="0" destOrd="0" parTransId="{A2D1B0C6-1A70-485D-BDAA-35E0FA57F7F1}" sibTransId="{3FE21DCF-86CA-4EA9-BC90-807B687D300A}"/>
    <dgm:cxn modelId="{D01498A4-5C70-4BFF-AE5E-8F50CD19E28C}" type="presOf" srcId="{2BA2871D-4D81-449B-BC5B-1C6D17252554}" destId="{46DBEF42-CFB9-4902-8628-91F229D11855}" srcOrd="0" destOrd="0" presId="urn:microsoft.com/office/officeart/2005/8/layout/vList2"/>
    <dgm:cxn modelId="{074143AF-D452-4271-A46A-20CFFBC8535D}" type="presOf" srcId="{A6514916-3387-426F-A9A9-E61B9485027B}" destId="{080806E0-BA41-4A10-84E1-9CB4EB13CD23}" srcOrd="0" destOrd="0" presId="urn:microsoft.com/office/officeart/2005/8/layout/vList2"/>
    <dgm:cxn modelId="{4F76AB15-EAF1-4140-AC09-5832B4F2EC95}" type="presParOf" srcId="{080806E0-BA41-4A10-84E1-9CB4EB13CD23}" destId="{46DBEF42-CFB9-4902-8628-91F229D1185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0D6CE0B-2D60-414F-8282-1607279681D0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4BE1E9D8-92A4-4131-98FE-32C23E18DF9E}">
      <dgm:prSet/>
      <dgm:spPr/>
      <dgm:t>
        <a:bodyPr/>
        <a:lstStyle/>
        <a:p>
          <a:pPr algn="ctr"/>
          <a:r>
            <a:rPr lang="es-CO" b="1" dirty="0"/>
            <a:t>RESULTADOS</a:t>
          </a:r>
        </a:p>
      </dgm:t>
    </dgm:pt>
    <dgm:pt modelId="{1930D40E-B03D-4839-A982-53AD0489D07B}" type="parTrans" cxnId="{85C0D94F-054A-4F2D-8824-BE123990943E}">
      <dgm:prSet/>
      <dgm:spPr/>
      <dgm:t>
        <a:bodyPr/>
        <a:lstStyle/>
        <a:p>
          <a:endParaRPr lang="es-CO"/>
        </a:p>
      </dgm:t>
    </dgm:pt>
    <dgm:pt modelId="{80F9BB87-4645-4FA1-86B7-EB92A4FF299B}" type="sibTrans" cxnId="{85C0D94F-054A-4F2D-8824-BE123990943E}">
      <dgm:prSet/>
      <dgm:spPr/>
      <dgm:t>
        <a:bodyPr/>
        <a:lstStyle/>
        <a:p>
          <a:endParaRPr lang="es-CO"/>
        </a:p>
      </dgm:t>
    </dgm:pt>
    <dgm:pt modelId="{8B493A19-E0B3-4362-83A1-95600E5C1841}" type="pres">
      <dgm:prSet presAssocID="{F0D6CE0B-2D60-414F-8282-1607279681D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5AEA1D65-4B02-4517-868D-2252660EBBF2}" type="pres">
      <dgm:prSet presAssocID="{4BE1E9D8-92A4-4131-98FE-32C23E18DF9E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85C0D94F-054A-4F2D-8824-BE123990943E}" srcId="{F0D6CE0B-2D60-414F-8282-1607279681D0}" destId="{4BE1E9D8-92A4-4131-98FE-32C23E18DF9E}" srcOrd="0" destOrd="0" parTransId="{1930D40E-B03D-4839-A982-53AD0489D07B}" sibTransId="{80F9BB87-4645-4FA1-86B7-EB92A4FF299B}"/>
    <dgm:cxn modelId="{501B4ACA-5E48-43ED-863A-C545ECA7DCEC}" type="presOf" srcId="{F0D6CE0B-2D60-414F-8282-1607279681D0}" destId="{8B493A19-E0B3-4362-83A1-95600E5C1841}" srcOrd="0" destOrd="0" presId="urn:microsoft.com/office/officeart/2005/8/layout/vList2"/>
    <dgm:cxn modelId="{07E2B8AE-E04C-43C3-AFB8-369A44CEDD86}" type="presOf" srcId="{4BE1E9D8-92A4-4131-98FE-32C23E18DF9E}" destId="{5AEA1D65-4B02-4517-868D-2252660EBBF2}" srcOrd="0" destOrd="0" presId="urn:microsoft.com/office/officeart/2005/8/layout/vList2"/>
    <dgm:cxn modelId="{86F0A67D-39D2-4BEF-9524-073A3D7CBB7A}" type="presParOf" srcId="{8B493A19-E0B3-4362-83A1-95600E5C1841}" destId="{5AEA1D65-4B02-4517-868D-2252660EBBF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8F95D73-2495-44C2-9DD5-C7076158156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51233226-7FFA-47FA-ADDE-E1F038A8910B}">
      <dgm:prSet/>
      <dgm:spPr/>
      <dgm:t>
        <a:bodyPr/>
        <a:lstStyle/>
        <a:p>
          <a:pPr algn="ctr"/>
          <a:r>
            <a:rPr lang="es-CO" b="1" dirty="0"/>
            <a:t>TRANSFERENCIAS</a:t>
          </a:r>
        </a:p>
      </dgm:t>
    </dgm:pt>
    <dgm:pt modelId="{A1875DB1-7F9C-4C1E-9DD0-4A62ED88E181}" type="parTrans" cxnId="{B79677B4-0036-49C2-8874-83C890FB5FBB}">
      <dgm:prSet/>
      <dgm:spPr/>
      <dgm:t>
        <a:bodyPr/>
        <a:lstStyle/>
        <a:p>
          <a:endParaRPr lang="es-CO"/>
        </a:p>
      </dgm:t>
    </dgm:pt>
    <dgm:pt modelId="{C474848E-D8AD-4CD6-AE91-CB79CC955440}" type="sibTrans" cxnId="{B79677B4-0036-49C2-8874-83C890FB5FBB}">
      <dgm:prSet/>
      <dgm:spPr/>
      <dgm:t>
        <a:bodyPr/>
        <a:lstStyle/>
        <a:p>
          <a:endParaRPr lang="es-CO"/>
        </a:p>
      </dgm:t>
    </dgm:pt>
    <dgm:pt modelId="{9F9918A5-B1D9-4E6F-A0AB-9DCECB5A8FF1}" type="pres">
      <dgm:prSet presAssocID="{88F95D73-2495-44C2-9DD5-C7076158156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4F22A99A-39B7-4281-9165-D87AAF77F3C2}" type="pres">
      <dgm:prSet presAssocID="{51233226-7FFA-47FA-ADDE-E1F038A8910B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EB480121-F741-49F6-996F-1BF9FFC34FC7}" type="presOf" srcId="{51233226-7FFA-47FA-ADDE-E1F038A8910B}" destId="{4F22A99A-39B7-4281-9165-D87AAF77F3C2}" srcOrd="0" destOrd="0" presId="urn:microsoft.com/office/officeart/2005/8/layout/vList2"/>
    <dgm:cxn modelId="{B79677B4-0036-49C2-8874-83C890FB5FBB}" srcId="{88F95D73-2495-44C2-9DD5-C70761581563}" destId="{51233226-7FFA-47FA-ADDE-E1F038A8910B}" srcOrd="0" destOrd="0" parTransId="{A1875DB1-7F9C-4C1E-9DD0-4A62ED88E181}" sibTransId="{C474848E-D8AD-4CD6-AE91-CB79CC955440}"/>
    <dgm:cxn modelId="{C9A76027-D350-42E7-B3AA-20CBFF60E6BF}" type="presOf" srcId="{88F95D73-2495-44C2-9DD5-C70761581563}" destId="{9F9918A5-B1D9-4E6F-A0AB-9DCECB5A8FF1}" srcOrd="0" destOrd="0" presId="urn:microsoft.com/office/officeart/2005/8/layout/vList2"/>
    <dgm:cxn modelId="{B350DDBA-E2E4-400E-B7F1-9CFD435E4A69}" type="presParOf" srcId="{9F9918A5-B1D9-4E6F-A0AB-9DCECB5A8FF1}" destId="{4F22A99A-39B7-4281-9165-D87AAF77F3C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4929F62-7B14-47FD-A4BE-3EC3871F8D5D}" type="doc">
      <dgm:prSet loTypeId="urn:microsoft.com/office/officeart/2005/8/layout/vList2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DECEA15A-D46B-428D-9682-CA9A56C11C5A}">
      <dgm:prSet/>
      <dgm:spPr/>
      <dgm:t>
        <a:bodyPr/>
        <a:lstStyle/>
        <a:p>
          <a:pPr algn="ctr"/>
          <a:r>
            <a:rPr lang="es-CO" b="1" dirty="0"/>
            <a:t>SOSTENIBILIDAD</a:t>
          </a:r>
        </a:p>
      </dgm:t>
    </dgm:pt>
    <dgm:pt modelId="{2CE2A4B8-4AE8-4446-92E2-EE00E47D2293}" type="parTrans" cxnId="{2DA7F9C8-910F-4045-8E9A-3687E0B00620}">
      <dgm:prSet/>
      <dgm:spPr/>
      <dgm:t>
        <a:bodyPr/>
        <a:lstStyle/>
        <a:p>
          <a:endParaRPr lang="es-CO"/>
        </a:p>
      </dgm:t>
    </dgm:pt>
    <dgm:pt modelId="{CB4E4B0E-F529-455B-A904-E316D0C8FBC4}" type="sibTrans" cxnId="{2DA7F9C8-910F-4045-8E9A-3687E0B00620}">
      <dgm:prSet/>
      <dgm:spPr/>
      <dgm:t>
        <a:bodyPr/>
        <a:lstStyle/>
        <a:p>
          <a:endParaRPr lang="es-CO"/>
        </a:p>
      </dgm:t>
    </dgm:pt>
    <dgm:pt modelId="{0D2DB1D5-139B-4807-820F-9799181F6647}" type="pres">
      <dgm:prSet presAssocID="{64929F62-7B14-47FD-A4BE-3EC3871F8D5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52E0517-A530-4F70-BC63-122CA318C606}" type="pres">
      <dgm:prSet presAssocID="{DECEA15A-D46B-428D-9682-CA9A56C11C5A}" presName="parentText" presStyleLbl="node1" presStyleIdx="0" presStyleCnt="1" custLinFactNeighborX="-1481" custLinFactNeighborY="-697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DA7F9C8-910F-4045-8E9A-3687E0B00620}" srcId="{64929F62-7B14-47FD-A4BE-3EC3871F8D5D}" destId="{DECEA15A-D46B-428D-9682-CA9A56C11C5A}" srcOrd="0" destOrd="0" parTransId="{2CE2A4B8-4AE8-4446-92E2-EE00E47D2293}" sibTransId="{CB4E4B0E-F529-455B-A904-E316D0C8FBC4}"/>
    <dgm:cxn modelId="{E123F8E2-AA45-4C6C-B4B3-1C6259036316}" type="presOf" srcId="{DECEA15A-D46B-428D-9682-CA9A56C11C5A}" destId="{C52E0517-A530-4F70-BC63-122CA318C606}" srcOrd="0" destOrd="0" presId="urn:microsoft.com/office/officeart/2005/8/layout/vList2"/>
    <dgm:cxn modelId="{053F08D3-1A18-4CB2-901A-A426D17557E0}" type="presOf" srcId="{64929F62-7B14-47FD-A4BE-3EC3871F8D5D}" destId="{0D2DB1D5-139B-4807-820F-9799181F6647}" srcOrd="0" destOrd="0" presId="urn:microsoft.com/office/officeart/2005/8/layout/vList2"/>
    <dgm:cxn modelId="{4958C595-F7FB-4AD0-A65E-6E7576DB6508}" type="presParOf" srcId="{0D2DB1D5-139B-4807-820F-9799181F6647}" destId="{C52E0517-A530-4F70-BC63-122CA318C60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CD9E832-D3A2-4F58-B2B7-1681B07D7437}" type="doc">
      <dgm:prSet loTypeId="urn:microsoft.com/office/officeart/2005/8/layout/vList2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B940F0B8-0B9A-471B-A0D9-438E24817FBA}">
      <dgm:prSet/>
      <dgm:spPr/>
      <dgm:t>
        <a:bodyPr/>
        <a:lstStyle/>
        <a:p>
          <a:pPr algn="ctr"/>
          <a:r>
            <a:rPr lang="es-CO" b="1" dirty="0"/>
            <a:t>INNOVACIÓN</a:t>
          </a:r>
        </a:p>
      </dgm:t>
    </dgm:pt>
    <dgm:pt modelId="{4B7A4A79-D3F4-4EDF-8D3C-D27EC6DA16C4}" type="parTrans" cxnId="{7B25536C-5C41-4593-9610-06F544638F5B}">
      <dgm:prSet/>
      <dgm:spPr/>
      <dgm:t>
        <a:bodyPr/>
        <a:lstStyle/>
        <a:p>
          <a:endParaRPr lang="es-CO"/>
        </a:p>
      </dgm:t>
    </dgm:pt>
    <dgm:pt modelId="{92909E5B-8887-4E23-85E7-1708A89F5809}" type="sibTrans" cxnId="{7B25536C-5C41-4593-9610-06F544638F5B}">
      <dgm:prSet/>
      <dgm:spPr/>
      <dgm:t>
        <a:bodyPr/>
        <a:lstStyle/>
        <a:p>
          <a:endParaRPr lang="es-CO"/>
        </a:p>
      </dgm:t>
    </dgm:pt>
    <dgm:pt modelId="{634D75D7-C143-4B58-A6BE-8680AAE7AB88}" type="pres">
      <dgm:prSet presAssocID="{CCD9E832-D3A2-4F58-B2B7-1681B07D743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0A6F2A22-737A-4A85-953E-DB3EE8FD34F8}" type="pres">
      <dgm:prSet presAssocID="{B940F0B8-0B9A-471B-A0D9-438E24817FBA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7B25536C-5C41-4593-9610-06F544638F5B}" srcId="{CCD9E832-D3A2-4F58-B2B7-1681B07D7437}" destId="{B940F0B8-0B9A-471B-A0D9-438E24817FBA}" srcOrd="0" destOrd="0" parTransId="{4B7A4A79-D3F4-4EDF-8D3C-D27EC6DA16C4}" sibTransId="{92909E5B-8887-4E23-85E7-1708A89F5809}"/>
    <dgm:cxn modelId="{7F1BC0DA-785F-4D0C-A809-3D6914303071}" type="presOf" srcId="{CCD9E832-D3A2-4F58-B2B7-1681B07D7437}" destId="{634D75D7-C143-4B58-A6BE-8680AAE7AB88}" srcOrd="0" destOrd="0" presId="urn:microsoft.com/office/officeart/2005/8/layout/vList2"/>
    <dgm:cxn modelId="{7E9882F6-FF59-44A4-B7B7-6F5B482BA248}" type="presOf" srcId="{B940F0B8-0B9A-471B-A0D9-438E24817FBA}" destId="{0A6F2A22-737A-4A85-953E-DB3EE8FD34F8}" srcOrd="0" destOrd="0" presId="urn:microsoft.com/office/officeart/2005/8/layout/vList2"/>
    <dgm:cxn modelId="{989BF5ED-91BE-4444-90B5-A072847FF992}" type="presParOf" srcId="{634D75D7-C143-4B58-A6BE-8680AAE7AB88}" destId="{0A6F2A22-737A-4A85-953E-DB3EE8FD34F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9604CEE-3387-4500-966B-362879E6A93C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6AE58FB2-3CEB-4D54-A223-BC9EA0A72102}">
      <dgm:prSet/>
      <dgm:spPr/>
      <dgm:t>
        <a:bodyPr/>
        <a:lstStyle/>
        <a:p>
          <a:pPr algn="ctr"/>
          <a:r>
            <a:rPr lang="es-CO" b="1" dirty="0"/>
            <a:t>CRÉDITOS Y CONTACTO</a:t>
          </a:r>
        </a:p>
      </dgm:t>
    </dgm:pt>
    <dgm:pt modelId="{8DE7C34F-7857-4D93-B6FC-95A75BFF6C66}" type="parTrans" cxnId="{2A7FD386-C2FB-421A-AF8B-29484AD9F468}">
      <dgm:prSet/>
      <dgm:spPr/>
      <dgm:t>
        <a:bodyPr/>
        <a:lstStyle/>
        <a:p>
          <a:endParaRPr lang="es-CO" b="1"/>
        </a:p>
      </dgm:t>
    </dgm:pt>
    <dgm:pt modelId="{3AC3347F-515C-4CA0-BF8A-D9139969D67B}" type="sibTrans" cxnId="{2A7FD386-C2FB-421A-AF8B-29484AD9F468}">
      <dgm:prSet/>
      <dgm:spPr/>
      <dgm:t>
        <a:bodyPr/>
        <a:lstStyle/>
        <a:p>
          <a:endParaRPr lang="es-CO" b="1"/>
        </a:p>
      </dgm:t>
    </dgm:pt>
    <dgm:pt modelId="{591D47AB-BD78-4FAD-A788-1BF173DF8B56}" type="pres">
      <dgm:prSet presAssocID="{09604CEE-3387-4500-966B-362879E6A93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93DB53E5-91E0-48A4-BBEC-A7F256CF8BC5}" type="pres">
      <dgm:prSet presAssocID="{6AE58FB2-3CEB-4D54-A223-BC9EA0A72102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A7FD386-C2FB-421A-AF8B-29484AD9F468}" srcId="{09604CEE-3387-4500-966B-362879E6A93C}" destId="{6AE58FB2-3CEB-4D54-A223-BC9EA0A72102}" srcOrd="0" destOrd="0" parTransId="{8DE7C34F-7857-4D93-B6FC-95A75BFF6C66}" sibTransId="{3AC3347F-515C-4CA0-BF8A-D9139969D67B}"/>
    <dgm:cxn modelId="{611AC814-5BFD-4D5D-884C-BCBF6D2E8A0D}" type="presOf" srcId="{6AE58FB2-3CEB-4D54-A223-BC9EA0A72102}" destId="{93DB53E5-91E0-48A4-BBEC-A7F256CF8BC5}" srcOrd="0" destOrd="0" presId="urn:microsoft.com/office/officeart/2005/8/layout/vList2"/>
    <dgm:cxn modelId="{E8512E37-2C60-4597-9B7B-CE5A27227939}" type="presOf" srcId="{09604CEE-3387-4500-966B-362879E6A93C}" destId="{591D47AB-BD78-4FAD-A788-1BF173DF8B56}" srcOrd="0" destOrd="0" presId="urn:microsoft.com/office/officeart/2005/8/layout/vList2"/>
    <dgm:cxn modelId="{C544253F-77C8-4A33-9EFF-BC8511FEF2FB}" type="presParOf" srcId="{591D47AB-BD78-4FAD-A788-1BF173DF8B56}" destId="{93DB53E5-91E0-48A4-BBEC-A7F256CF8BC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F2D84-CB5C-4870-BE17-F34AE6398BA6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FUNDAMENTACIÓN</a:t>
          </a:r>
        </a:p>
      </dsp:txBody>
      <dsp:txXfrm>
        <a:off x="55687" y="56812"/>
        <a:ext cx="8118226" cy="10293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29C7E-E073-4C24-BFC4-FE36920507FF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PERTINENCIA</a:t>
          </a:r>
        </a:p>
      </dsp:txBody>
      <dsp:txXfrm>
        <a:off x="55687" y="56812"/>
        <a:ext cx="8118226" cy="10293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F2D84-CB5C-4870-BE17-F34AE6398BA6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5000" b="1" kern="1200" dirty="0"/>
            <a:t>CONSISTENCIA</a:t>
          </a:r>
          <a:endParaRPr lang="es-CO" sz="5000" b="1" kern="1200" dirty="0"/>
        </a:p>
      </dsp:txBody>
      <dsp:txXfrm>
        <a:off x="55687" y="56812"/>
        <a:ext cx="8118226" cy="10293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29C7E-E073-4C24-BFC4-FE36920507FF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MADUREZ</a:t>
          </a:r>
        </a:p>
      </dsp:txBody>
      <dsp:txXfrm>
        <a:off x="55687" y="56812"/>
        <a:ext cx="8118226" cy="102937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B678E1-2000-4FC0-838F-85DFB5B56F1D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EMPODERAMIENTO</a:t>
          </a:r>
        </a:p>
      </dsp:txBody>
      <dsp:txXfrm>
        <a:off x="55687" y="56812"/>
        <a:ext cx="8118226" cy="102937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DBEF42-CFB9-4902-8628-91F229D11855}">
      <dsp:nvSpPr>
        <dsp:cNvPr id="0" name=""/>
        <dsp:cNvSpPr/>
      </dsp:nvSpPr>
      <dsp:spPr>
        <a:xfrm>
          <a:off x="0" y="92385"/>
          <a:ext cx="8229600" cy="95822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4200" b="1" kern="1200" dirty="0"/>
            <a:t>EVALUACIÓN Y SEGUIMIENTO</a:t>
          </a:r>
        </a:p>
      </dsp:txBody>
      <dsp:txXfrm>
        <a:off x="46777" y="139162"/>
        <a:ext cx="8136046" cy="86467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EA1D65-4B02-4517-868D-2252660EBBF2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RESULTADOS</a:t>
          </a:r>
        </a:p>
      </dsp:txBody>
      <dsp:txXfrm>
        <a:off x="55687" y="56812"/>
        <a:ext cx="8118226" cy="102937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22A99A-39B7-4281-9165-D87AAF77F3C2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TRANSFERENCIAS</a:t>
          </a:r>
        </a:p>
      </dsp:txBody>
      <dsp:txXfrm>
        <a:off x="55687" y="56812"/>
        <a:ext cx="8118226" cy="102937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2E0517-A530-4F70-BC63-122CA318C606}">
      <dsp:nvSpPr>
        <dsp:cNvPr id="0" name=""/>
        <dsp:cNvSpPr/>
      </dsp:nvSpPr>
      <dsp:spPr>
        <a:xfrm>
          <a:off x="0" y="0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SOSTENIBILIDAD</a:t>
          </a:r>
        </a:p>
      </dsp:txBody>
      <dsp:txXfrm>
        <a:off x="55687" y="55687"/>
        <a:ext cx="8118226" cy="102937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6F2A22-737A-4A85-953E-DB3EE8FD34F8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INNOVACIÓN</a:t>
          </a:r>
        </a:p>
      </dsp:txBody>
      <dsp:txXfrm>
        <a:off x="55687" y="56812"/>
        <a:ext cx="8118226" cy="102937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DB53E5-91E0-48A4-BBEC-A7F256CF8BC5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CRÉDITOS Y CONTACTO</a:t>
          </a:r>
        </a:p>
      </dsp:txBody>
      <dsp:txXfrm>
        <a:off x="55687" y="56812"/>
        <a:ext cx="8118226" cy="10293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microsoft.com/office/2007/relationships/hdphoto" Target="../media/hdphoto1.wdp"/><Relationship Id="rId4" Type="http://schemas.openxmlformats.org/officeDocument/2006/relationships/diagramLayout" Target="../diagrams/layout1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2.xml"/><Relationship Id="rId10" Type="http://schemas.microsoft.com/office/2007/relationships/hdphoto" Target="../media/hdphoto1.wdp"/><Relationship Id="rId4" Type="http://schemas.openxmlformats.org/officeDocument/2006/relationships/diagramLayout" Target="../diagrams/layout2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5.png"/><Relationship Id="rId5" Type="http://schemas.openxmlformats.org/officeDocument/2006/relationships/diagramQuickStyle" Target="../diagrams/quickStyle3.xml"/><Relationship Id="rId10" Type="http://schemas.microsoft.com/office/2007/relationships/hdphoto" Target="../media/hdphoto1.wdp"/><Relationship Id="rId4" Type="http://schemas.openxmlformats.org/officeDocument/2006/relationships/diagramLayout" Target="../diagrams/layout3.xml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6.png"/><Relationship Id="rId5" Type="http://schemas.openxmlformats.org/officeDocument/2006/relationships/diagramQuickStyle" Target="../diagrams/quickStyle4.xml"/><Relationship Id="rId10" Type="http://schemas.microsoft.com/office/2007/relationships/hdphoto" Target="../media/hdphoto1.wdp"/><Relationship Id="rId4" Type="http://schemas.openxmlformats.org/officeDocument/2006/relationships/diagramLayout" Target="../diagrams/layout4.xml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11" Type="http://schemas.openxmlformats.org/officeDocument/2006/relationships/image" Target="../media/image7.png"/><Relationship Id="rId5" Type="http://schemas.openxmlformats.org/officeDocument/2006/relationships/diagramQuickStyle" Target="../diagrams/quickStyle5.xml"/><Relationship Id="rId10" Type="http://schemas.microsoft.com/office/2007/relationships/hdphoto" Target="../media/hdphoto1.wdp"/><Relationship Id="rId4" Type="http://schemas.openxmlformats.org/officeDocument/2006/relationships/diagramLayout" Target="../diagrams/layout5.xml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11" Type="http://schemas.openxmlformats.org/officeDocument/2006/relationships/image" Target="../media/image8.png"/><Relationship Id="rId5" Type="http://schemas.openxmlformats.org/officeDocument/2006/relationships/diagramQuickStyle" Target="../diagrams/quickStyle6.xml"/><Relationship Id="rId10" Type="http://schemas.microsoft.com/office/2007/relationships/hdphoto" Target="../media/hdphoto1.wdp"/><Relationship Id="rId4" Type="http://schemas.openxmlformats.org/officeDocument/2006/relationships/diagramLayout" Target="../diagrams/layout6.xml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11" Type="http://schemas.openxmlformats.org/officeDocument/2006/relationships/image" Target="../media/image9.png"/><Relationship Id="rId5" Type="http://schemas.openxmlformats.org/officeDocument/2006/relationships/diagramQuickStyle" Target="../diagrams/quickStyle7.xml"/><Relationship Id="rId10" Type="http://schemas.microsoft.com/office/2007/relationships/hdphoto" Target="../media/hdphoto1.wdp"/><Relationship Id="rId4" Type="http://schemas.openxmlformats.org/officeDocument/2006/relationships/diagramLayout" Target="../diagrams/layout7.xml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12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11" Type="http://schemas.openxmlformats.org/officeDocument/2006/relationships/image" Target="../media/image10.png"/><Relationship Id="rId5" Type="http://schemas.openxmlformats.org/officeDocument/2006/relationships/diagramQuickStyle" Target="../diagrams/quickStyle8.xml"/><Relationship Id="rId10" Type="http://schemas.microsoft.com/office/2007/relationships/hdphoto" Target="../media/hdphoto1.wdp"/><Relationship Id="rId4" Type="http://schemas.openxmlformats.org/officeDocument/2006/relationships/diagramLayout" Target="../diagrams/layout8.xml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11" Type="http://schemas.openxmlformats.org/officeDocument/2006/relationships/image" Target="../media/image11.png"/><Relationship Id="rId5" Type="http://schemas.openxmlformats.org/officeDocument/2006/relationships/diagramQuickStyle" Target="../diagrams/quickStyle9.xml"/><Relationship Id="rId10" Type="http://schemas.microsoft.com/office/2007/relationships/hdphoto" Target="../media/hdphoto1.wdp"/><Relationship Id="rId4" Type="http://schemas.openxmlformats.org/officeDocument/2006/relationships/diagramLayout" Target="../diagrams/layout9.xml"/><Relationship Id="rId9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12" Type="http://schemas.microsoft.com/office/2007/relationships/hdphoto" Target="../media/hdphoto4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11" Type="http://schemas.openxmlformats.org/officeDocument/2006/relationships/image" Target="../media/image12.png"/><Relationship Id="rId5" Type="http://schemas.openxmlformats.org/officeDocument/2006/relationships/diagramQuickStyle" Target="../diagrams/quickStyle10.xml"/><Relationship Id="rId10" Type="http://schemas.microsoft.com/office/2007/relationships/hdphoto" Target="../media/hdphoto1.wdp"/><Relationship Id="rId4" Type="http://schemas.openxmlformats.org/officeDocument/2006/relationships/diagramLayout" Target="../diagrams/layout10.xml"/><Relationship Id="rId9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10" Type="http://schemas.microsoft.com/office/2007/relationships/hdphoto" Target="../media/hdphoto1.wdp"/><Relationship Id="rId4" Type="http://schemas.openxmlformats.org/officeDocument/2006/relationships/diagramLayout" Target="../diagrams/layout11.xm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3E4AF6F-E779-CD1D-11EF-0C24C6FC8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4120" y="1038225"/>
            <a:ext cx="7772400" cy="1470025"/>
          </a:xfrm>
        </p:spPr>
        <p:txBody>
          <a:bodyPr>
            <a:normAutofit fontScale="90000"/>
          </a:bodyPr>
          <a:lstStyle/>
          <a:p>
            <a:r>
              <a:rPr dirty="0" err="1"/>
              <a:t>Experiencia</a:t>
            </a:r>
            <a:r>
              <a:rPr dirty="0"/>
              <a:t> </a:t>
            </a:r>
            <a:r>
              <a:rPr dirty="0" err="1"/>
              <a:t>Significativa</a:t>
            </a:r>
            <a:endParaRPr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A95729C-CECB-640B-E4A6-9CF9EDDA0E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9920" y="5329079"/>
            <a:ext cx="6400800" cy="1147921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s-MX" b="1" dirty="0">
                <a:solidFill>
                  <a:schemeClr val="tx1"/>
                </a:solidFill>
              </a:rPr>
              <a:t>I. E. M. </a:t>
            </a:r>
            <a:r>
              <a:rPr b="1" dirty="0">
                <a:solidFill>
                  <a:schemeClr val="tx1"/>
                </a:solidFill>
              </a:rPr>
              <a:t>Escuela Normal Superior</a:t>
            </a:r>
          </a:p>
          <a:p>
            <a:pPr>
              <a:spcBef>
                <a:spcPts val="0"/>
              </a:spcBef>
            </a:pPr>
            <a:r>
              <a:rPr lang="es-CO" b="1" dirty="0">
                <a:solidFill>
                  <a:schemeClr val="tx1"/>
                </a:solidFill>
              </a:rPr>
              <a:t>Pitalito – Huila </a:t>
            </a:r>
          </a:p>
          <a:p>
            <a:pPr>
              <a:spcBef>
                <a:spcPts val="0"/>
              </a:spcBef>
            </a:pPr>
            <a:endParaRPr b="1" dirty="0">
              <a:solidFill>
                <a:schemeClr val="tx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569E89D-FDB4-3BCA-DEDE-3D7DDE2A4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9D5FC479-D7DE-25EA-1EFB-11898125D411}"/>
              </a:ext>
            </a:extLst>
          </p:cNvPr>
          <p:cNvSpPr txBox="1">
            <a:spLocks/>
          </p:cNvSpPr>
          <p:nvPr/>
        </p:nvSpPr>
        <p:spPr>
          <a:xfrm>
            <a:off x="685799" y="2974975"/>
            <a:ext cx="1019556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sz="4400" b="1" dirty="0">
                <a:solidFill>
                  <a:schemeClr val="tx1"/>
                </a:solidFill>
              </a:rPr>
              <a:t>AULAS VIRTUALES</a:t>
            </a:r>
          </a:p>
          <a:p>
            <a:pPr algn="r"/>
            <a:r>
              <a:rPr lang="es-CO" dirty="0">
                <a:solidFill>
                  <a:schemeClr val="tx1"/>
                </a:solidFill>
              </a:rPr>
              <a:t>Gerardo Meneses Pérez</a:t>
            </a:r>
            <a:endParaRPr lang="es-CO" b="1" dirty="0">
              <a:solidFill>
                <a:schemeClr val="tx1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79F20E7-AAE1-C7D2-6F65-F7410C0234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93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15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DAFB1767-39C6-1E8D-BD02-8A7563260A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0687987"/>
              </p:ext>
            </p:extLst>
          </p:nvPr>
        </p:nvGraphicFramePr>
        <p:xfrm>
          <a:off x="1645920" y="89628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6BF94A6-6D3D-7CB4-A461-7A06FE3E1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5920" y="2212989"/>
            <a:ext cx="8229600" cy="4525963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s-MX" dirty="0"/>
              <a:t>La experiencia significativa "Aulas Virtuales Normalistas" se fundamenta en el modelo pedagógico socio-crítico y humanista de la Escuela Normal Superior de Pitalito, que concibe la educación como un proceso de transformación social y formación integral. Integra referentes metodológicos que promueven el uso pedagógico de las TIC, particularmente plataformas Moodle y G-suite, como mediadoras esenciales para el aprendizaje activo, colaborativo y contextualizado, alineándose con el Proyecto Educativo Institucional (PEI) y el Plan de Mejoramiento Institucional (PMI) para innovar en la formación de docentes competentes y críticos.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6F28BD8-DC00-1D30-E02F-09C872FE62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33B2458-0A17-E51B-B1D6-E3947FD323E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-64819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28CD0-7102-797F-C3D9-A885F4B9B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6B75AEE-64D5-27DD-ED06-2ECBE70E4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FD8A8747-9E51-7989-429C-D1E4727804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734654"/>
              </p:ext>
            </p:extLst>
          </p:nvPr>
        </p:nvGraphicFramePr>
        <p:xfrm>
          <a:off x="1668780" y="660160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09EF0-8BE2-9B90-3CCE-01263D992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8374" y="1865630"/>
            <a:ext cx="5288281" cy="37591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1900" dirty="0">
                <a:latin typeface="+mj-lt"/>
              </a:rPr>
              <a:t>La experiencia responde a la necesidad detectada de fortalecer la integración pedagógica de plataformas virtuales en un contexto urbano con desafíos tecnológicos y formativos. </a:t>
            </a:r>
          </a:p>
          <a:p>
            <a:pPr marL="0" indent="0">
              <a:buNone/>
            </a:pPr>
            <a:r>
              <a:rPr lang="es-MX" sz="1900" dirty="0">
                <a:latin typeface="+mj-lt"/>
              </a:rPr>
              <a:t>Atendiendo a las demandas del contexto regional y al PEI, procura superar la limitada apropiación de TIC para mejorar la calidad educativa, promover inclusión digital y desarrollar competencias digitales, socioemocionales y ciudadanas en estudiantes y docentes, en un entorno flexible </a:t>
            </a:r>
            <a:r>
              <a:rPr lang="es-MX" sz="1900" dirty="0" err="1">
                <a:latin typeface="+mj-lt"/>
              </a:rPr>
              <a:t>post-emergencia</a:t>
            </a:r>
            <a:r>
              <a:rPr lang="es-MX" sz="1900" dirty="0">
                <a:latin typeface="+mj-lt"/>
              </a:rPr>
              <a:t> sanitaria y en coherencia con políticas educativas nacionales.</a:t>
            </a:r>
            <a:endParaRPr sz="1900" dirty="0">
              <a:latin typeface="+mj-lt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99328DF-9064-CF9F-9749-2637864399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15854E9-6669-ECBB-33BB-38729EAF3B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0"/>
            <a:ext cx="2852115" cy="434975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70A2687-4ADF-8248-ABA3-A5122C3EFE4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66460" y="1942070"/>
            <a:ext cx="6225540" cy="413868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68533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547" y="-2857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EFE567D3-4DA4-45B3-7C1A-3DF3B7898E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5451773"/>
              </p:ext>
            </p:extLst>
          </p:nvPr>
        </p:nvGraphicFramePr>
        <p:xfrm>
          <a:off x="1828800" y="102901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6D443E7-86F8-4BEC-FFEB-5B2E752FBECB}"/>
              </a:ext>
            </a:extLst>
          </p:cNvPr>
          <p:cNvSpPr txBox="1">
            <a:spLocks/>
          </p:cNvSpPr>
          <p:nvPr/>
        </p:nvSpPr>
        <p:spPr>
          <a:xfrm>
            <a:off x="5556053" y="2329180"/>
            <a:ext cx="608076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s-MX" sz="1900" dirty="0">
                <a:latin typeface="+mj-lt"/>
              </a:rPr>
              <a:t>Los objetivos están alineados con las acciones implementadas: desde el diagnóstico y diseño de estrategias didácticas, hasta la formación continua y evaluación del impacto. Estas acciones permitieron fortalecer competencias digitales, la apropiación pedagógica de plataformas Moodle y G-suite, y promover aprendizajes colaborativos y autónomos. Los resultados reflejan un impacto positivo congruente con la misión formadora y los objetivos institucionales, integrando el uso de las TIC como eje transversal del proceso educativo.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408C248-0AA4-EFB7-998A-BFB146C323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4ED778C-C474-C5BF-9124-83C90E641E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-2857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9849EA88-8956-75CB-6F8C-2BFD708DE85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3463" r="31171"/>
                    </a14:imgEffect>
                  </a14:imgLayer>
                </a14:imgProps>
              </a:ext>
            </a:extLst>
          </a:blip>
          <a:srcRect r="65365"/>
          <a:stretch/>
        </p:blipFill>
        <p:spPr>
          <a:xfrm>
            <a:off x="544852" y="1912411"/>
            <a:ext cx="4861683" cy="503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378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C89304F7-0A62-2031-54A2-BE3B30D621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164331"/>
              </p:ext>
            </p:extLst>
          </p:nvPr>
        </p:nvGraphicFramePr>
        <p:xfrm>
          <a:off x="1737360" y="6632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043FED7-18D5-CD66-2A6F-447F377E0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2153921"/>
            <a:ext cx="5059680" cy="382015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La experiencia ha evolucionado mediante procesos de autoevaluación y mejora continua, basados en análisis cualitativos y cuantitativos (encuestas, entrevistas, indicadores de uso). 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Se ha superado la resistencia inicial y las limitaciones técnicas mediante soporte permanente y capacitaciones, con ajustes metodológicos reforzados. 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Este proceso ha consolidado un modelo pedagógico flexible, tecnológico y contextualizado, reflejando madurez en la integración tecnológica y pedagógica en la comunidad educativa.</a:t>
            </a:r>
            <a:endParaRPr dirty="0">
              <a:latin typeface="+mj-lt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E0D8673-DF93-3040-25D2-BAEAD33AFC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E4D10AA-ED3D-EA5E-D930-8516D90FAF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88DB3105-4686-BC62-A9DC-9273707F6E5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8452" b="76071" l="38323" r="62907"/>
                    </a14:imgEffect>
                  </a14:imgLayer>
                </a14:imgProps>
              </a:ext>
            </a:extLst>
          </a:blip>
          <a:srcRect l="35250" r="34020" b="15476"/>
          <a:stretch/>
        </p:blipFill>
        <p:spPr>
          <a:xfrm>
            <a:off x="6309362" y="1760538"/>
            <a:ext cx="4846318" cy="477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245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9420230E-9851-C4CC-EADD-F0736252DE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403707"/>
              </p:ext>
            </p:extLst>
          </p:nvPr>
        </p:nvGraphicFramePr>
        <p:xfrm>
          <a:off x="1981200" y="6632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608088F-336E-9696-2C52-FD65D86D8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0" y="1988821"/>
            <a:ext cx="5913120" cy="420592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La comunidad educativa participa activamente: 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docentes diseñan y adaptan contenidos; estudiantes interactúan con materiales y actividades colaborativas; directivos aseguran apoyo institucional y supervisión; familias acompañan los procesos. 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Este compromiso colectivo ha impulsado la apropiación tecnológica y la transformación cultural, fortaleciendo el protagonismo estudiantil, la autonomía y el trabajo colaborativo como elementos centrales para el éxito de la experiencia.</a:t>
            </a:r>
            <a:endParaRPr dirty="0">
              <a:latin typeface="+mj-lt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BDBFB93-F954-966C-258F-C2CB7FCCC2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1DF7378-EA0D-A313-DF1D-F204ED9CA32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ACEF5A75-26CC-CDE7-2A2B-5386A183F46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8452" b="76071" l="68930" r="95808"/>
                    </a14:imgEffect>
                  </a14:imgLayer>
                </a14:imgProps>
              </a:ext>
            </a:extLst>
          </a:blip>
          <a:srcRect l="65570" r="832" b="15476"/>
          <a:stretch/>
        </p:blipFill>
        <p:spPr>
          <a:xfrm>
            <a:off x="224705" y="1185550"/>
            <a:ext cx="5871295" cy="5295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190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AC8D1D27-C9DA-CD17-B5D0-A98BDE0BD8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1261072"/>
              </p:ext>
            </p:extLst>
          </p:nvPr>
        </p:nvGraphicFramePr>
        <p:xfrm>
          <a:off x="1981200" y="1036955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257CB8-0169-D007-5942-20EEA4036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2301241"/>
            <a:ext cx="5303520" cy="385572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Se adopta el modelo ADDIE para un seguimiento continuo, con mecanismos como observación directa, encuestas, entrevistas y grupos focales. 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La valoración incluye indicadores cuantitativos (participación, frecuencia de uso) y cualitativos (percepción, motivación, competencias socioemocionales). 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Se registran informes, actas, y portafolios digitales, facilitando </a:t>
            </a:r>
            <a:r>
              <a:rPr lang="es-MX" b="0" i="0" dirty="0" err="1">
                <a:effectLst/>
                <a:latin typeface="+mj-lt"/>
              </a:rPr>
              <a:t>feedback</a:t>
            </a:r>
            <a:r>
              <a:rPr lang="es-MX" b="0" i="0" dirty="0">
                <a:effectLst/>
                <a:latin typeface="+mj-lt"/>
              </a:rPr>
              <a:t> para ajustes y renovaciones metodológicas, integrando la evaluación como parte esencial para potenciar la innovación educativa institucional.</a:t>
            </a:r>
            <a:endParaRPr dirty="0">
              <a:latin typeface="+mj-lt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8A101CE-9B0A-2569-F642-A5B37CF1C7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47A7FDD-5750-268B-9809-E34462C554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584E703-100B-8729-804D-F4691D5D8A3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69266" y="2529840"/>
            <a:ext cx="5413611" cy="362712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30426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30481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4F1A2995-237F-9841-B807-0ACF4C1806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4446270"/>
              </p:ext>
            </p:extLst>
          </p:nvPr>
        </p:nvGraphicFramePr>
        <p:xfrm>
          <a:off x="1981200" y="68611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94AFD9-4D03-1C00-321D-72C3065C9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011681"/>
            <a:ext cx="5410200" cy="416020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Se logró la consolidación de un ecosistema digital con licencia Google </a:t>
            </a:r>
            <a:r>
              <a:rPr lang="es-MX" b="0" i="0" dirty="0" err="1">
                <a:effectLst/>
                <a:latin typeface="+mj-lt"/>
              </a:rPr>
              <a:t>Workspace</a:t>
            </a:r>
            <a:r>
              <a:rPr lang="es-MX" b="0" i="0" dirty="0">
                <a:effectLst/>
                <a:latin typeface="+mj-lt"/>
              </a:rPr>
              <a:t>, plataforma Moodle funcional y cuentas para toda la comunidad.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Los estudiantes accedieron a recursos actualizados, manteniendo continuidad formativa en contextos adversos.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Se evidenció fortalecimiento en competencias digitales, trabajo colaborativo, autonomía y mayor participación, contribuyendo a una cultura escolar innovadora y acorde con el PEI y la formación integral de futuros docentes críticos y competentes.</a:t>
            </a:r>
            <a:endParaRPr dirty="0">
              <a:latin typeface="+mj-lt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4FCE432-FC79-3908-C41A-BEE7A15B41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920876A-F256-DD23-817B-567AEB8B495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C7E5BF31-4F2A-2FDD-0A98-B7680621F1A4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44446"/>
          <a:stretch/>
        </p:blipFill>
        <p:spPr>
          <a:xfrm>
            <a:off x="990600" y="2011680"/>
            <a:ext cx="4812204" cy="4160202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923454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A2CF1-2EF7-7C11-ADAE-0F64F1C1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77BE91-BCDE-E1BE-C15F-C32CE76AF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9B4091B8-2DD1-2FFE-E6E2-3380B5AF03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171619"/>
              </p:ext>
            </p:extLst>
          </p:nvPr>
        </p:nvGraphicFramePr>
        <p:xfrm>
          <a:off x="1805940" y="82327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703EF-0623-38AE-33D6-9954A777F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5662" y="2174876"/>
            <a:ext cx="4595978" cy="468312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La experiencia es replicable gracias a la estructura metodológica ADDIE y a su diseño gradual. 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Se promueve la socialización mediante capacitaciones, tutoriales, publicaciones digitales y documentación formal. 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Su adaptabilidad permite implementar la propuesta en diversos niveles educativos y contextos, involucrando múltiples actores, garantizando la apropiación colectiva y la sostenibilidad. 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Esto posiciona a la Normal Superior como referente en formación para la integración tecnológica pedagógica.</a:t>
            </a:r>
            <a:endParaRPr dirty="0">
              <a:latin typeface="+mj-lt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4E86064-C228-1CFD-9A51-3E724CEFC3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AEBAFCE-979A-A612-F0FF-C908154A3D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FA61DC2-F206-0D9F-E4A1-C9786D70100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8163" b="73466" l="69400" r="96600"/>
                    </a14:imgEffect>
                  </a14:imgLayer>
                </a14:imgProps>
              </a:ext>
            </a:extLst>
          </a:blip>
          <a:srcRect l="66000" b="18372"/>
          <a:stretch/>
        </p:blipFill>
        <p:spPr>
          <a:xfrm>
            <a:off x="5642695" y="1657334"/>
            <a:ext cx="6360308" cy="437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357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2E281524-A474-8C7C-8776-52D0949F69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1360712"/>
              </p:ext>
            </p:extLst>
          </p:nvPr>
        </p:nvGraphicFramePr>
        <p:xfrm>
          <a:off x="1981200" y="8461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0B610F2-5603-5175-5C8E-12D9C8E86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6920" y="2171701"/>
            <a:ext cx="5516880" cy="412242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Se asegura la continuidad mediante actualización constante, reorganización de grupos digitales, inclusión de nuevos miembros y atención permanente a dificultades técnicas. 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Se fortalece el acompañamiento pedagógico y técnico para docentes y estudiantes. 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La gestión colaborativa institucional y la implicación de todos los actores garantizan la permanencia y mejora continua de las aulas virtuales como herramientas clave para la innovación y la calidad educativa en el largo plazo.</a:t>
            </a:r>
            <a:endParaRPr dirty="0">
              <a:latin typeface="+mj-lt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24A422B-7AC3-D6D1-B920-CFE288F871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639B7ED-3ABB-824A-2CD0-913977E7AC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99CFA13-DBC9-7F20-160F-DF513719B15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8522" y="1866901"/>
            <a:ext cx="4732020" cy="473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24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249EE349-634F-B004-0014-8453DC4EBE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1886592"/>
              </p:ext>
            </p:extLst>
          </p:nvPr>
        </p:nvGraphicFramePr>
        <p:xfrm>
          <a:off x="1981200" y="7775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CD10EEC-514F-C364-0B9C-1EE0A3330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5695" y="2225041"/>
            <a:ext cx="5471160" cy="397732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La iniciativa transforma una limitada integración tecnológica en un ambiente de aprendizaje digital robusto y dinámico. 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Incorpora metodologías activas y colaborativas mediadas por Moodle y G-suite, recursos multimedia, comunicación sincrónica y asincrónica, y materiales digitales adaptados. 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+mj-lt"/>
              </a:rPr>
              <a:t>Este enfoque innovador mejora la autonomía, fortalece competencias digitales y ciudadanas, y prepara a la comunidad educativa para liderar procesos pedagógicos contemporáneos, en concordancia con los lineamientos del PEI.</a:t>
            </a:r>
            <a:endParaRPr dirty="0">
              <a:latin typeface="+mj-lt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E1C13FD-C8A4-5BD0-F9EE-2E74AD460B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0DA47C6-D915-98B0-45E5-D6C9A76D5B8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323455C-A152-DA4E-3213-6313B594B64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foregroundMark x1="15196" y1="65359" x2="30556" y2="39869"/>
                        <a14:foregroundMark x1="30556" y1="39869" x2="50817" y2="29847"/>
                        <a14:foregroundMark x1="50817" y1="29847" x2="55065" y2="31808"/>
                        <a14:foregroundMark x1="44771" y1="33551" x2="63889" y2="31373"/>
                        <a14:foregroundMark x1="63889" y1="31373" x2="79739" y2="56427"/>
                        <a14:foregroundMark x1="79739" y1="56427" x2="81863" y2="71895"/>
                        <a14:backgroundMark x1="55719" y1="64706" x2="78595" y2="69499"/>
                        <a14:backgroundMark x1="64869" y1="65795" x2="77451" y2="68192"/>
                        <a14:backgroundMark x1="63562" y1="71895" x2="77288" y2="72767"/>
                        <a14:backgroundMark x1="63235" y1="64706" x2="68791" y2="70370"/>
                        <a14:backgroundMark x1="68791" y1="70370" x2="67974" y2="7124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76883" y="1503680"/>
            <a:ext cx="6989572" cy="524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96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AB60D-9DB1-8AD4-24B9-E3C1FA81B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6E46B83-5BA9-4B4C-E118-874016A90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9E624C4-7463-954A-94B2-88929AA666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8641978"/>
              </p:ext>
            </p:extLst>
          </p:nvPr>
        </p:nvGraphicFramePr>
        <p:xfrm>
          <a:off x="2217420" y="70897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8AA75A4-2E32-8837-855F-160F7A763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7420" y="2034540"/>
            <a:ext cx="8229600" cy="4525963"/>
          </a:xfrm>
        </p:spPr>
        <p:txBody>
          <a:bodyPr/>
          <a:lstStyle/>
          <a:p>
            <a:pPr marL="0" indent="0" algn="ctr">
              <a:buNone/>
            </a:pPr>
            <a:r>
              <a:rPr b="1" dirty="0" err="1"/>
              <a:t>Responsable</a:t>
            </a:r>
            <a:r>
              <a:rPr dirty="0"/>
              <a:t>: </a:t>
            </a:r>
            <a:r>
              <a:rPr lang="es-CO" b="0" i="0" dirty="0">
                <a:effectLst/>
                <a:latin typeface="fkGroteskNeue"/>
              </a:rPr>
              <a:t>Gerardo Meneses Pérez</a:t>
            </a:r>
            <a:endParaRPr dirty="0"/>
          </a:p>
          <a:p>
            <a:pPr marL="0" indent="0" algn="ctr">
              <a:buNone/>
            </a:pPr>
            <a:r>
              <a:rPr b="1" dirty="0"/>
              <a:t>Correo: </a:t>
            </a:r>
            <a:r>
              <a:rPr lang="es-CO" b="1" dirty="0"/>
              <a:t>gmenesess@gmail.com</a:t>
            </a:r>
            <a:endParaRPr lang="es-MX" b="1" dirty="0"/>
          </a:p>
          <a:p>
            <a:pPr marL="0" indent="0" algn="ctr">
              <a:buNone/>
            </a:pPr>
            <a:r>
              <a:rPr lang="es-CO" b="1" dirty="0"/>
              <a:t>Teléfono</a:t>
            </a:r>
            <a:r>
              <a:rPr lang="es-CO" dirty="0"/>
              <a:t> </a:t>
            </a:r>
            <a:r>
              <a:rPr lang="es-CO" b="0" i="0" dirty="0">
                <a:effectLst/>
                <a:latin typeface="fkGroteskNeue"/>
              </a:rPr>
              <a:t>3105012257</a:t>
            </a:r>
            <a:endParaRPr lang="es-CO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0935F67-8368-98DF-7166-843F67B62F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DB17440-D406-3DEE-108B-7D9F225BFF7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4842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808</Words>
  <Application>Microsoft Office PowerPoint</Application>
  <PresentationFormat>Panorámica</PresentationFormat>
  <Paragraphs>45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fkGroteskNeue</vt:lpstr>
      <vt:lpstr>Tema de Office</vt:lpstr>
      <vt:lpstr>Experiencia Significativa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Santamaria</dc:creator>
  <cp:lastModifiedBy>CALIDAD-MEJORAMIENTO</cp:lastModifiedBy>
  <cp:revision>27</cp:revision>
  <dcterms:created xsi:type="dcterms:W3CDTF">2025-07-23T15:35:07Z</dcterms:created>
  <dcterms:modified xsi:type="dcterms:W3CDTF">2026-06-16T17:12:42Z</dcterms:modified>
</cp:coreProperties>
</file>