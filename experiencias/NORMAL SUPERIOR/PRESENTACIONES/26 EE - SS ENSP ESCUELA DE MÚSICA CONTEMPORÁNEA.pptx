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7" r:id="rId10"/>
    <p:sldId id="263" r:id="rId11"/>
    <p:sldId id="264" r:id="rId12"/>
    <p:sldId id="268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CO" b="1" dirty="0"/>
            <a:t>FUNDAMENTACIÓN</a:t>
          </a:r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PERTINENCIA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BA035F-8179-4596-A958-AD0CD095CC0B}" type="doc">
      <dgm:prSet loTypeId="urn:microsoft.com/office/officeart/2005/8/layout/vList2" loCatId="list" qsTypeId="urn:microsoft.com/office/officeart/2005/8/quickstyle/3d3" qsCatId="3D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C7F6DF07-D7DA-496D-A476-04279650EC10}">
      <dgm:prSet/>
      <dgm:spPr/>
      <dgm:t>
        <a:bodyPr/>
        <a:lstStyle/>
        <a:p>
          <a:pPr algn="ctr"/>
          <a:r>
            <a:rPr lang="es-MX" b="1" dirty="0"/>
            <a:t>CONSISTENCIA</a:t>
          </a:r>
          <a:endParaRPr lang="es-CO" b="1" dirty="0"/>
        </a:p>
      </dgm:t>
    </dgm:pt>
    <dgm:pt modelId="{0ECAD35C-55AC-49B2-9831-6C0AD50D8838}" type="parTrans" cxnId="{B1B0198F-FEFE-40D2-AC81-6D2B8747BEBE}">
      <dgm:prSet/>
      <dgm:spPr/>
      <dgm:t>
        <a:bodyPr/>
        <a:lstStyle/>
        <a:p>
          <a:endParaRPr lang="es-CO"/>
        </a:p>
      </dgm:t>
    </dgm:pt>
    <dgm:pt modelId="{907A49F8-9E5F-4930-B223-E1F5A4A21D99}" type="sibTrans" cxnId="{B1B0198F-FEFE-40D2-AC81-6D2B8747BEBE}">
      <dgm:prSet/>
      <dgm:spPr/>
      <dgm:t>
        <a:bodyPr/>
        <a:lstStyle/>
        <a:p>
          <a:endParaRPr lang="es-CO"/>
        </a:p>
      </dgm:t>
    </dgm:pt>
    <dgm:pt modelId="{9C3235FC-F9ED-4543-A39E-F3FF0E30798A}" type="pres">
      <dgm:prSet presAssocID="{95BA035F-8179-4596-A958-AD0CD095CC0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8CF2D84-CB5C-4870-BE17-F34AE6398BA6}" type="pres">
      <dgm:prSet presAssocID="{C7F6DF07-D7DA-496D-A476-04279650EC10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B1B0198F-FEFE-40D2-AC81-6D2B8747BEBE}" srcId="{95BA035F-8179-4596-A958-AD0CD095CC0B}" destId="{C7F6DF07-D7DA-496D-A476-04279650EC10}" srcOrd="0" destOrd="0" parTransId="{0ECAD35C-55AC-49B2-9831-6C0AD50D8838}" sibTransId="{907A49F8-9E5F-4930-B223-E1F5A4A21D99}"/>
    <dgm:cxn modelId="{67650EA7-892A-45BA-88EF-B08FB87FEEB2}" type="presOf" srcId="{95BA035F-8179-4596-A958-AD0CD095CC0B}" destId="{9C3235FC-F9ED-4543-A39E-F3FF0E30798A}" srcOrd="0" destOrd="0" presId="urn:microsoft.com/office/officeart/2005/8/layout/vList2"/>
    <dgm:cxn modelId="{9C0516A3-0F2A-4CE4-A9A9-2E81B03FE9C7}" type="presOf" srcId="{C7F6DF07-D7DA-496D-A476-04279650EC10}" destId="{C8CF2D84-CB5C-4870-BE17-F34AE6398BA6}" srcOrd="0" destOrd="0" presId="urn:microsoft.com/office/officeart/2005/8/layout/vList2"/>
    <dgm:cxn modelId="{3F0A0657-F7A1-4735-A7E6-DE57DDE0A8FD}" type="presParOf" srcId="{9C3235FC-F9ED-4543-A39E-F3FF0E30798A}" destId="{C8CF2D84-CB5C-4870-BE17-F34AE6398B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76C8184-9B6A-4D7E-AE6D-6DD92843F1DC}" type="doc">
      <dgm:prSet loTypeId="urn:microsoft.com/office/officeart/2005/8/layout/vList2" loCatId="list" qsTypeId="urn:microsoft.com/office/officeart/2005/8/quickstyle/3d3" qsCatId="3D" csTypeId="urn:microsoft.com/office/officeart/2005/8/colors/accent2_2" csCatId="accent2" phldr="1"/>
      <dgm:spPr/>
      <dgm:t>
        <a:bodyPr/>
        <a:lstStyle/>
        <a:p>
          <a:endParaRPr lang="es-CO"/>
        </a:p>
      </dgm:t>
    </dgm:pt>
    <dgm:pt modelId="{D763F825-BCA9-42C1-A01E-CD07126038A9}">
      <dgm:prSet/>
      <dgm:spPr/>
      <dgm:t>
        <a:bodyPr/>
        <a:lstStyle/>
        <a:p>
          <a:pPr algn="ctr"/>
          <a:r>
            <a:rPr lang="es-CO" b="1" dirty="0"/>
            <a:t>MADUREZ</a:t>
          </a:r>
        </a:p>
      </dgm:t>
    </dgm:pt>
    <dgm:pt modelId="{4D348EE0-A11C-41C9-9CDB-B3C59950A90F}" type="parTrans" cxnId="{1C13F7B1-B293-46F0-8D39-63437B91D6B1}">
      <dgm:prSet/>
      <dgm:spPr/>
      <dgm:t>
        <a:bodyPr/>
        <a:lstStyle/>
        <a:p>
          <a:endParaRPr lang="es-CO"/>
        </a:p>
      </dgm:t>
    </dgm:pt>
    <dgm:pt modelId="{89C347BD-6F1D-438E-A1D0-A8671AD78AC9}" type="sibTrans" cxnId="{1C13F7B1-B293-46F0-8D39-63437B91D6B1}">
      <dgm:prSet/>
      <dgm:spPr/>
      <dgm:t>
        <a:bodyPr/>
        <a:lstStyle/>
        <a:p>
          <a:endParaRPr lang="es-CO"/>
        </a:p>
      </dgm:t>
    </dgm:pt>
    <dgm:pt modelId="{90BA5739-2A23-42E9-8157-853E0509D165}" type="pres">
      <dgm:prSet presAssocID="{376C8184-9B6A-4D7E-AE6D-6DD92843F1D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DEF29C7E-E073-4C24-BFC4-FE36920507FF}" type="pres">
      <dgm:prSet presAssocID="{D763F825-BCA9-42C1-A01E-CD07126038A9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7F30D7B-F389-4115-A5A9-CD630504A619}" type="presOf" srcId="{376C8184-9B6A-4D7E-AE6D-6DD92843F1DC}" destId="{90BA5739-2A23-42E9-8157-853E0509D165}" srcOrd="0" destOrd="0" presId="urn:microsoft.com/office/officeart/2005/8/layout/vList2"/>
    <dgm:cxn modelId="{198B1697-9C27-4CA9-ADFF-97E31701E105}" type="presOf" srcId="{D763F825-BCA9-42C1-A01E-CD07126038A9}" destId="{DEF29C7E-E073-4C24-BFC4-FE36920507FF}" srcOrd="0" destOrd="0" presId="urn:microsoft.com/office/officeart/2005/8/layout/vList2"/>
    <dgm:cxn modelId="{1C13F7B1-B293-46F0-8D39-63437B91D6B1}" srcId="{376C8184-9B6A-4D7E-AE6D-6DD92843F1DC}" destId="{D763F825-BCA9-42C1-A01E-CD07126038A9}" srcOrd="0" destOrd="0" parTransId="{4D348EE0-A11C-41C9-9CDB-B3C59950A90F}" sibTransId="{89C347BD-6F1D-438E-A1D0-A8671AD78AC9}"/>
    <dgm:cxn modelId="{28DF575F-C6CE-4D87-BBD4-DFFE26966AF6}" type="presParOf" srcId="{90BA5739-2A23-42E9-8157-853E0509D165}" destId="{DEF29C7E-E073-4C24-BFC4-FE36920507F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31B69-566F-4499-A255-C960BF21662E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7F922071-A59B-4287-9D0E-7DF877A3045C}">
      <dgm:prSet/>
      <dgm:spPr/>
      <dgm:t>
        <a:bodyPr/>
        <a:lstStyle/>
        <a:p>
          <a:pPr algn="ctr"/>
          <a:r>
            <a:rPr lang="es-CO" b="1" dirty="0"/>
            <a:t>EMPODERAMIENTO</a:t>
          </a:r>
        </a:p>
      </dgm:t>
    </dgm:pt>
    <dgm:pt modelId="{E9C193A8-A247-4C39-A3FE-B504305332DF}" type="parTrans" cxnId="{1DB7F010-2F4E-456D-B4C0-2FE7D9AE0F4F}">
      <dgm:prSet/>
      <dgm:spPr/>
      <dgm:t>
        <a:bodyPr/>
        <a:lstStyle/>
        <a:p>
          <a:endParaRPr lang="es-CO" b="1"/>
        </a:p>
      </dgm:t>
    </dgm:pt>
    <dgm:pt modelId="{9281B5D9-05E2-4982-B9B4-2700AAECF309}" type="sibTrans" cxnId="{1DB7F010-2F4E-456D-B4C0-2FE7D9AE0F4F}">
      <dgm:prSet/>
      <dgm:spPr/>
      <dgm:t>
        <a:bodyPr/>
        <a:lstStyle/>
        <a:p>
          <a:endParaRPr lang="es-CO" b="1"/>
        </a:p>
      </dgm:t>
    </dgm:pt>
    <dgm:pt modelId="{EE60C2F3-6D59-4EF4-99CC-E08E4187B5AD}" type="pres">
      <dgm:prSet presAssocID="{83A31B69-566F-4499-A255-C960BF21662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31B678E1-2000-4FC0-838F-85DFB5B56F1D}" type="pres">
      <dgm:prSet presAssocID="{7F922071-A59B-4287-9D0E-7DF877A3045C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FD4F9621-F8E9-4ECC-8981-5720E0F99AC2}" type="presOf" srcId="{83A31B69-566F-4499-A255-C960BF21662E}" destId="{EE60C2F3-6D59-4EF4-99CC-E08E4187B5AD}" srcOrd="0" destOrd="0" presId="urn:microsoft.com/office/officeart/2005/8/layout/vList2"/>
    <dgm:cxn modelId="{1DB7F010-2F4E-456D-B4C0-2FE7D9AE0F4F}" srcId="{83A31B69-566F-4499-A255-C960BF21662E}" destId="{7F922071-A59B-4287-9D0E-7DF877A3045C}" srcOrd="0" destOrd="0" parTransId="{E9C193A8-A247-4C39-A3FE-B504305332DF}" sibTransId="{9281B5D9-05E2-4982-B9B4-2700AAECF309}"/>
    <dgm:cxn modelId="{07D11A80-66BF-4FBD-BA76-79F3089DA47E}" type="presOf" srcId="{7F922071-A59B-4287-9D0E-7DF877A3045C}" destId="{31B678E1-2000-4FC0-838F-85DFB5B56F1D}" srcOrd="0" destOrd="0" presId="urn:microsoft.com/office/officeart/2005/8/layout/vList2"/>
    <dgm:cxn modelId="{177D5206-8400-4099-8762-F6244B234210}" type="presParOf" srcId="{EE60C2F3-6D59-4EF4-99CC-E08E4187B5AD}" destId="{31B678E1-2000-4FC0-838F-85DFB5B56F1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6514916-3387-426F-A9A9-E61B9485027B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2BA2871D-4D81-449B-BC5B-1C6D17252554}">
      <dgm:prSet/>
      <dgm:spPr/>
      <dgm:t>
        <a:bodyPr/>
        <a:lstStyle/>
        <a:p>
          <a:pPr algn="ctr"/>
          <a:r>
            <a:rPr lang="es-CO" b="1" dirty="0"/>
            <a:t>EVALUACIÓN Y SEGUIMIENTO</a:t>
          </a:r>
        </a:p>
      </dgm:t>
    </dgm:pt>
    <dgm:pt modelId="{A2D1B0C6-1A70-485D-BDAA-35E0FA57F7F1}" type="parTrans" cxnId="{2517FB1F-33DE-4F65-8466-9BE6FC21C8EF}">
      <dgm:prSet/>
      <dgm:spPr/>
      <dgm:t>
        <a:bodyPr/>
        <a:lstStyle/>
        <a:p>
          <a:endParaRPr lang="es-CO"/>
        </a:p>
      </dgm:t>
    </dgm:pt>
    <dgm:pt modelId="{3FE21DCF-86CA-4EA9-BC90-807B687D300A}" type="sibTrans" cxnId="{2517FB1F-33DE-4F65-8466-9BE6FC21C8EF}">
      <dgm:prSet/>
      <dgm:spPr/>
      <dgm:t>
        <a:bodyPr/>
        <a:lstStyle/>
        <a:p>
          <a:endParaRPr lang="es-CO"/>
        </a:p>
      </dgm:t>
    </dgm:pt>
    <dgm:pt modelId="{080806E0-BA41-4A10-84E1-9CB4EB13CD23}" type="pres">
      <dgm:prSet presAssocID="{A6514916-3387-426F-A9A9-E61B9485027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6DBEF42-CFB9-4902-8628-91F229D11855}" type="pres">
      <dgm:prSet presAssocID="{2BA2871D-4D81-449B-BC5B-1C6D17252554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517FB1F-33DE-4F65-8466-9BE6FC21C8EF}" srcId="{A6514916-3387-426F-A9A9-E61B9485027B}" destId="{2BA2871D-4D81-449B-BC5B-1C6D17252554}" srcOrd="0" destOrd="0" parTransId="{A2D1B0C6-1A70-485D-BDAA-35E0FA57F7F1}" sibTransId="{3FE21DCF-86CA-4EA9-BC90-807B687D300A}"/>
    <dgm:cxn modelId="{D01498A4-5C70-4BFF-AE5E-8F50CD19E28C}" type="presOf" srcId="{2BA2871D-4D81-449B-BC5B-1C6D17252554}" destId="{46DBEF42-CFB9-4902-8628-91F229D11855}" srcOrd="0" destOrd="0" presId="urn:microsoft.com/office/officeart/2005/8/layout/vList2"/>
    <dgm:cxn modelId="{074143AF-D452-4271-A46A-20CFFBC8535D}" type="presOf" srcId="{A6514916-3387-426F-A9A9-E61B9485027B}" destId="{080806E0-BA41-4A10-84E1-9CB4EB13CD23}" srcOrd="0" destOrd="0" presId="urn:microsoft.com/office/officeart/2005/8/layout/vList2"/>
    <dgm:cxn modelId="{4F76AB15-EAF1-4140-AC09-5832B4F2EC95}" type="presParOf" srcId="{080806E0-BA41-4A10-84E1-9CB4EB13CD23}" destId="{46DBEF42-CFB9-4902-8628-91F229D118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0D6CE0B-2D60-414F-8282-1607279681D0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4BE1E9D8-92A4-4131-98FE-32C23E18DF9E}">
      <dgm:prSet/>
      <dgm:spPr/>
      <dgm:t>
        <a:bodyPr/>
        <a:lstStyle/>
        <a:p>
          <a:pPr algn="ctr"/>
          <a:r>
            <a:rPr lang="es-CO" b="1" dirty="0"/>
            <a:t>RESULTADOS</a:t>
          </a:r>
        </a:p>
      </dgm:t>
    </dgm:pt>
    <dgm:pt modelId="{1930D40E-B03D-4839-A982-53AD0489D07B}" type="parTrans" cxnId="{85C0D94F-054A-4F2D-8824-BE123990943E}">
      <dgm:prSet/>
      <dgm:spPr/>
      <dgm:t>
        <a:bodyPr/>
        <a:lstStyle/>
        <a:p>
          <a:endParaRPr lang="es-CO"/>
        </a:p>
      </dgm:t>
    </dgm:pt>
    <dgm:pt modelId="{80F9BB87-4645-4FA1-86B7-EB92A4FF299B}" type="sibTrans" cxnId="{85C0D94F-054A-4F2D-8824-BE123990943E}">
      <dgm:prSet/>
      <dgm:spPr/>
      <dgm:t>
        <a:bodyPr/>
        <a:lstStyle/>
        <a:p>
          <a:endParaRPr lang="es-CO"/>
        </a:p>
      </dgm:t>
    </dgm:pt>
    <dgm:pt modelId="{8B493A19-E0B3-4362-83A1-95600E5C1841}" type="pres">
      <dgm:prSet presAssocID="{F0D6CE0B-2D60-414F-8282-1607279681D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5AEA1D65-4B02-4517-868D-2252660EBBF2}" type="pres">
      <dgm:prSet presAssocID="{4BE1E9D8-92A4-4131-98FE-32C23E18DF9E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85C0D94F-054A-4F2D-8824-BE123990943E}" srcId="{F0D6CE0B-2D60-414F-8282-1607279681D0}" destId="{4BE1E9D8-92A4-4131-98FE-32C23E18DF9E}" srcOrd="0" destOrd="0" parTransId="{1930D40E-B03D-4839-A982-53AD0489D07B}" sibTransId="{80F9BB87-4645-4FA1-86B7-EB92A4FF299B}"/>
    <dgm:cxn modelId="{501B4ACA-5E48-43ED-863A-C545ECA7DCEC}" type="presOf" srcId="{F0D6CE0B-2D60-414F-8282-1607279681D0}" destId="{8B493A19-E0B3-4362-83A1-95600E5C1841}" srcOrd="0" destOrd="0" presId="urn:microsoft.com/office/officeart/2005/8/layout/vList2"/>
    <dgm:cxn modelId="{07E2B8AE-E04C-43C3-AFB8-369A44CEDD86}" type="presOf" srcId="{4BE1E9D8-92A4-4131-98FE-32C23E18DF9E}" destId="{5AEA1D65-4B02-4517-868D-2252660EBBF2}" srcOrd="0" destOrd="0" presId="urn:microsoft.com/office/officeart/2005/8/layout/vList2"/>
    <dgm:cxn modelId="{86F0A67D-39D2-4BEF-9524-073A3D7CBB7A}" type="presParOf" srcId="{8B493A19-E0B3-4362-83A1-95600E5C1841}" destId="{5AEA1D65-4B02-4517-868D-2252660EBBF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F95D73-2495-44C2-9DD5-C7076158156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51233226-7FFA-47FA-ADDE-E1F038A8910B}">
      <dgm:prSet/>
      <dgm:spPr/>
      <dgm:t>
        <a:bodyPr/>
        <a:lstStyle/>
        <a:p>
          <a:pPr algn="ctr"/>
          <a:r>
            <a:rPr lang="es-CO" b="1" dirty="0"/>
            <a:t>TRANSFERENCIAS</a:t>
          </a:r>
        </a:p>
      </dgm:t>
    </dgm:pt>
    <dgm:pt modelId="{A1875DB1-7F9C-4C1E-9DD0-4A62ED88E181}" type="parTrans" cxnId="{B79677B4-0036-49C2-8874-83C890FB5FBB}">
      <dgm:prSet/>
      <dgm:spPr/>
      <dgm:t>
        <a:bodyPr/>
        <a:lstStyle/>
        <a:p>
          <a:endParaRPr lang="es-CO"/>
        </a:p>
      </dgm:t>
    </dgm:pt>
    <dgm:pt modelId="{C474848E-D8AD-4CD6-AE91-CB79CC955440}" type="sibTrans" cxnId="{B79677B4-0036-49C2-8874-83C890FB5FBB}">
      <dgm:prSet/>
      <dgm:spPr/>
      <dgm:t>
        <a:bodyPr/>
        <a:lstStyle/>
        <a:p>
          <a:endParaRPr lang="es-CO"/>
        </a:p>
      </dgm:t>
    </dgm:pt>
    <dgm:pt modelId="{9F9918A5-B1D9-4E6F-A0AB-9DCECB5A8FF1}" type="pres">
      <dgm:prSet presAssocID="{88F95D73-2495-44C2-9DD5-C7076158156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4F22A99A-39B7-4281-9165-D87AAF77F3C2}" type="pres">
      <dgm:prSet presAssocID="{51233226-7FFA-47FA-ADDE-E1F038A8910B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EB480121-F741-49F6-996F-1BF9FFC34FC7}" type="presOf" srcId="{51233226-7FFA-47FA-ADDE-E1F038A8910B}" destId="{4F22A99A-39B7-4281-9165-D87AAF77F3C2}" srcOrd="0" destOrd="0" presId="urn:microsoft.com/office/officeart/2005/8/layout/vList2"/>
    <dgm:cxn modelId="{B79677B4-0036-49C2-8874-83C890FB5FBB}" srcId="{88F95D73-2495-44C2-9DD5-C70761581563}" destId="{51233226-7FFA-47FA-ADDE-E1F038A8910B}" srcOrd="0" destOrd="0" parTransId="{A1875DB1-7F9C-4C1E-9DD0-4A62ED88E181}" sibTransId="{C474848E-D8AD-4CD6-AE91-CB79CC955440}"/>
    <dgm:cxn modelId="{C9A76027-D350-42E7-B3AA-20CBFF60E6BF}" type="presOf" srcId="{88F95D73-2495-44C2-9DD5-C70761581563}" destId="{9F9918A5-B1D9-4E6F-A0AB-9DCECB5A8FF1}" srcOrd="0" destOrd="0" presId="urn:microsoft.com/office/officeart/2005/8/layout/vList2"/>
    <dgm:cxn modelId="{B350DDBA-E2E4-400E-B7F1-9CFD435E4A69}" type="presParOf" srcId="{9F9918A5-B1D9-4E6F-A0AB-9DCECB5A8FF1}" destId="{4F22A99A-39B7-4281-9165-D87AAF77F3C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4929F62-7B14-47FD-A4BE-3EC3871F8D5D}" type="doc">
      <dgm:prSet loTypeId="urn:microsoft.com/office/officeart/2005/8/layout/vList2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DECEA15A-D46B-428D-9682-CA9A56C11C5A}">
      <dgm:prSet/>
      <dgm:spPr/>
      <dgm:t>
        <a:bodyPr/>
        <a:lstStyle/>
        <a:p>
          <a:pPr algn="ctr"/>
          <a:r>
            <a:rPr lang="es-CO" b="1" dirty="0"/>
            <a:t>SOSTENIBILIDAD</a:t>
          </a:r>
        </a:p>
      </dgm:t>
    </dgm:pt>
    <dgm:pt modelId="{2CE2A4B8-4AE8-4446-92E2-EE00E47D2293}" type="parTrans" cxnId="{2DA7F9C8-910F-4045-8E9A-3687E0B00620}">
      <dgm:prSet/>
      <dgm:spPr/>
      <dgm:t>
        <a:bodyPr/>
        <a:lstStyle/>
        <a:p>
          <a:endParaRPr lang="es-CO"/>
        </a:p>
      </dgm:t>
    </dgm:pt>
    <dgm:pt modelId="{CB4E4B0E-F529-455B-A904-E316D0C8FBC4}" type="sibTrans" cxnId="{2DA7F9C8-910F-4045-8E9A-3687E0B00620}">
      <dgm:prSet/>
      <dgm:spPr/>
      <dgm:t>
        <a:bodyPr/>
        <a:lstStyle/>
        <a:p>
          <a:endParaRPr lang="es-CO"/>
        </a:p>
      </dgm:t>
    </dgm:pt>
    <dgm:pt modelId="{0D2DB1D5-139B-4807-820F-9799181F6647}" type="pres">
      <dgm:prSet presAssocID="{64929F62-7B14-47FD-A4BE-3EC3871F8D5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52E0517-A530-4F70-BC63-122CA318C606}" type="pres">
      <dgm:prSet presAssocID="{DECEA15A-D46B-428D-9682-CA9A56C11C5A}" presName="parentText" presStyleLbl="node1" presStyleIdx="0" presStyleCnt="1" custLinFactNeighborX="-1481" custLinFactNeighborY="-697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DA7F9C8-910F-4045-8E9A-3687E0B00620}" srcId="{64929F62-7B14-47FD-A4BE-3EC3871F8D5D}" destId="{DECEA15A-D46B-428D-9682-CA9A56C11C5A}" srcOrd="0" destOrd="0" parTransId="{2CE2A4B8-4AE8-4446-92E2-EE00E47D2293}" sibTransId="{CB4E4B0E-F529-455B-A904-E316D0C8FBC4}"/>
    <dgm:cxn modelId="{E123F8E2-AA45-4C6C-B4B3-1C6259036316}" type="presOf" srcId="{DECEA15A-D46B-428D-9682-CA9A56C11C5A}" destId="{C52E0517-A530-4F70-BC63-122CA318C606}" srcOrd="0" destOrd="0" presId="urn:microsoft.com/office/officeart/2005/8/layout/vList2"/>
    <dgm:cxn modelId="{053F08D3-1A18-4CB2-901A-A426D17557E0}" type="presOf" srcId="{64929F62-7B14-47FD-A4BE-3EC3871F8D5D}" destId="{0D2DB1D5-139B-4807-820F-9799181F6647}" srcOrd="0" destOrd="0" presId="urn:microsoft.com/office/officeart/2005/8/layout/vList2"/>
    <dgm:cxn modelId="{4958C595-F7FB-4AD0-A65E-6E7576DB6508}" type="presParOf" srcId="{0D2DB1D5-139B-4807-820F-9799181F6647}" destId="{C52E0517-A530-4F70-BC63-122CA318C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CD9E832-D3A2-4F58-B2B7-1681B07D7437}" type="doc">
      <dgm:prSet loTypeId="urn:microsoft.com/office/officeart/2005/8/layout/vList2" loCatId="list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B940F0B8-0B9A-471B-A0D9-438E24817FBA}">
      <dgm:prSet/>
      <dgm:spPr/>
      <dgm:t>
        <a:bodyPr/>
        <a:lstStyle/>
        <a:p>
          <a:pPr algn="ctr"/>
          <a:r>
            <a:rPr lang="es-CO" b="1" dirty="0"/>
            <a:t>INNOVACIÓN</a:t>
          </a:r>
        </a:p>
      </dgm:t>
    </dgm:pt>
    <dgm:pt modelId="{4B7A4A79-D3F4-4EDF-8D3C-D27EC6DA16C4}" type="parTrans" cxnId="{7B25536C-5C41-4593-9610-06F544638F5B}">
      <dgm:prSet/>
      <dgm:spPr/>
      <dgm:t>
        <a:bodyPr/>
        <a:lstStyle/>
        <a:p>
          <a:endParaRPr lang="es-CO"/>
        </a:p>
      </dgm:t>
    </dgm:pt>
    <dgm:pt modelId="{92909E5B-8887-4E23-85E7-1708A89F5809}" type="sibTrans" cxnId="{7B25536C-5C41-4593-9610-06F544638F5B}">
      <dgm:prSet/>
      <dgm:spPr/>
      <dgm:t>
        <a:bodyPr/>
        <a:lstStyle/>
        <a:p>
          <a:endParaRPr lang="es-CO"/>
        </a:p>
      </dgm:t>
    </dgm:pt>
    <dgm:pt modelId="{634D75D7-C143-4B58-A6BE-8680AAE7AB88}" type="pres">
      <dgm:prSet presAssocID="{CCD9E832-D3A2-4F58-B2B7-1681B07D743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0A6F2A22-737A-4A85-953E-DB3EE8FD34F8}" type="pres">
      <dgm:prSet presAssocID="{B940F0B8-0B9A-471B-A0D9-438E24817FBA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7B25536C-5C41-4593-9610-06F544638F5B}" srcId="{CCD9E832-D3A2-4F58-B2B7-1681B07D7437}" destId="{B940F0B8-0B9A-471B-A0D9-438E24817FBA}" srcOrd="0" destOrd="0" parTransId="{4B7A4A79-D3F4-4EDF-8D3C-D27EC6DA16C4}" sibTransId="{92909E5B-8887-4E23-85E7-1708A89F5809}"/>
    <dgm:cxn modelId="{7F1BC0DA-785F-4D0C-A809-3D6914303071}" type="presOf" srcId="{CCD9E832-D3A2-4F58-B2B7-1681B07D7437}" destId="{634D75D7-C143-4B58-A6BE-8680AAE7AB88}" srcOrd="0" destOrd="0" presId="urn:microsoft.com/office/officeart/2005/8/layout/vList2"/>
    <dgm:cxn modelId="{7E9882F6-FF59-44A4-B7B7-6F5B482BA248}" type="presOf" srcId="{B940F0B8-0B9A-471B-A0D9-438E24817FBA}" destId="{0A6F2A22-737A-4A85-953E-DB3EE8FD34F8}" srcOrd="0" destOrd="0" presId="urn:microsoft.com/office/officeart/2005/8/layout/vList2"/>
    <dgm:cxn modelId="{989BF5ED-91BE-4444-90B5-A072847FF992}" type="presParOf" srcId="{634D75D7-C143-4B58-A6BE-8680AAE7AB88}" destId="{0A6F2A22-737A-4A85-953E-DB3EE8FD34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9604CEE-3387-4500-966B-362879E6A93C}" type="doc">
      <dgm:prSet loTypeId="urn:microsoft.com/office/officeart/2005/8/layout/vList2" loCatId="list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s-CO"/>
        </a:p>
      </dgm:t>
    </dgm:pt>
    <dgm:pt modelId="{6AE58FB2-3CEB-4D54-A223-BC9EA0A72102}">
      <dgm:prSet/>
      <dgm:spPr/>
      <dgm:t>
        <a:bodyPr/>
        <a:lstStyle/>
        <a:p>
          <a:pPr algn="ctr"/>
          <a:r>
            <a:rPr lang="es-CO" b="1" dirty="0"/>
            <a:t>CRÉDITOS Y CONTACTO</a:t>
          </a:r>
        </a:p>
      </dgm:t>
    </dgm:pt>
    <dgm:pt modelId="{8DE7C34F-7857-4D93-B6FC-95A75BFF6C66}" type="parTrans" cxnId="{2A7FD386-C2FB-421A-AF8B-29484AD9F468}">
      <dgm:prSet/>
      <dgm:spPr/>
      <dgm:t>
        <a:bodyPr/>
        <a:lstStyle/>
        <a:p>
          <a:endParaRPr lang="es-CO" b="1"/>
        </a:p>
      </dgm:t>
    </dgm:pt>
    <dgm:pt modelId="{3AC3347F-515C-4CA0-BF8A-D9139969D67B}" type="sibTrans" cxnId="{2A7FD386-C2FB-421A-AF8B-29484AD9F468}">
      <dgm:prSet/>
      <dgm:spPr/>
      <dgm:t>
        <a:bodyPr/>
        <a:lstStyle/>
        <a:p>
          <a:endParaRPr lang="es-CO" b="1"/>
        </a:p>
      </dgm:t>
    </dgm:pt>
    <dgm:pt modelId="{591D47AB-BD78-4FAD-A788-1BF173DF8B56}" type="pres">
      <dgm:prSet presAssocID="{09604CEE-3387-4500-966B-362879E6A9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93DB53E5-91E0-48A4-BBEC-A7F256CF8BC5}" type="pres">
      <dgm:prSet presAssocID="{6AE58FB2-3CEB-4D54-A223-BC9EA0A72102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2A7FD386-C2FB-421A-AF8B-29484AD9F468}" srcId="{09604CEE-3387-4500-966B-362879E6A93C}" destId="{6AE58FB2-3CEB-4D54-A223-BC9EA0A72102}" srcOrd="0" destOrd="0" parTransId="{8DE7C34F-7857-4D93-B6FC-95A75BFF6C66}" sibTransId="{3AC3347F-515C-4CA0-BF8A-D9139969D67B}"/>
    <dgm:cxn modelId="{611AC814-5BFD-4D5D-884C-BCBF6D2E8A0D}" type="presOf" srcId="{6AE58FB2-3CEB-4D54-A223-BC9EA0A72102}" destId="{93DB53E5-91E0-48A4-BBEC-A7F256CF8BC5}" srcOrd="0" destOrd="0" presId="urn:microsoft.com/office/officeart/2005/8/layout/vList2"/>
    <dgm:cxn modelId="{E8512E37-2C60-4597-9B7B-CE5A27227939}" type="presOf" srcId="{09604CEE-3387-4500-966B-362879E6A93C}" destId="{591D47AB-BD78-4FAD-A788-1BF173DF8B56}" srcOrd="0" destOrd="0" presId="urn:microsoft.com/office/officeart/2005/8/layout/vList2"/>
    <dgm:cxn modelId="{C544253F-77C8-4A33-9EFF-BC8511FEF2FB}" type="presParOf" srcId="{591D47AB-BD78-4FAD-A788-1BF173DF8B56}" destId="{93DB53E5-91E0-48A4-BBEC-A7F256CF8BC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FUNDAMENTACIÓN</a:t>
          </a:r>
        </a:p>
      </dsp:txBody>
      <dsp:txXfrm>
        <a:off x="55687" y="56812"/>
        <a:ext cx="8118226" cy="10293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PERTINENCIA</a:t>
          </a:r>
        </a:p>
      </dsp:txBody>
      <dsp:txXfrm>
        <a:off x="55687" y="56812"/>
        <a:ext cx="8118226" cy="10293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CF2D84-CB5C-4870-BE17-F34AE6398BA6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5000" b="1" kern="1200" dirty="0"/>
            <a:t>CONSISTENCIA</a:t>
          </a:r>
          <a:endParaRPr lang="es-CO" sz="5000" b="1" kern="1200" dirty="0"/>
        </a:p>
      </dsp:txBody>
      <dsp:txXfrm>
        <a:off x="55687" y="56812"/>
        <a:ext cx="8118226" cy="10293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F29C7E-E073-4C24-BFC4-FE36920507FF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MADUREZ</a:t>
          </a:r>
        </a:p>
      </dsp:txBody>
      <dsp:txXfrm>
        <a:off x="55687" y="56812"/>
        <a:ext cx="8118226" cy="10293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678E1-2000-4FC0-838F-85DFB5B56F1D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EMPODERAMIENTO</a:t>
          </a:r>
        </a:p>
      </dsp:txBody>
      <dsp:txXfrm>
        <a:off x="55687" y="56812"/>
        <a:ext cx="8118226" cy="102937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DBEF42-CFB9-4902-8628-91F229D11855}">
      <dsp:nvSpPr>
        <dsp:cNvPr id="0" name=""/>
        <dsp:cNvSpPr/>
      </dsp:nvSpPr>
      <dsp:spPr>
        <a:xfrm>
          <a:off x="0" y="92385"/>
          <a:ext cx="8229600" cy="9582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4200" b="1" kern="1200" dirty="0"/>
            <a:t>EVALUACIÓN Y SEGUIMIENTO</a:t>
          </a:r>
        </a:p>
      </dsp:txBody>
      <dsp:txXfrm>
        <a:off x="46777" y="139162"/>
        <a:ext cx="8136046" cy="8646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A1D65-4B02-4517-868D-2252660EBBF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RESULTADOS</a:t>
          </a:r>
        </a:p>
      </dsp:txBody>
      <dsp:txXfrm>
        <a:off x="55687" y="56812"/>
        <a:ext cx="8118226" cy="102937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2A99A-39B7-4281-9165-D87AAF77F3C2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TRANSFERENCIAS</a:t>
          </a:r>
        </a:p>
      </dsp:txBody>
      <dsp:txXfrm>
        <a:off x="55687" y="56812"/>
        <a:ext cx="8118226" cy="102937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2E0517-A530-4F70-BC63-122CA318C606}">
      <dsp:nvSpPr>
        <dsp:cNvPr id="0" name=""/>
        <dsp:cNvSpPr/>
      </dsp:nvSpPr>
      <dsp:spPr>
        <a:xfrm>
          <a:off x="0" y="0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SOSTENIBILIDAD</a:t>
          </a:r>
        </a:p>
      </dsp:txBody>
      <dsp:txXfrm>
        <a:off x="55687" y="55687"/>
        <a:ext cx="8118226" cy="102937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6F2A22-737A-4A85-953E-DB3EE8FD34F8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INNOVACIÓN</a:t>
          </a:r>
        </a:p>
      </dsp:txBody>
      <dsp:txXfrm>
        <a:off x="55687" y="56812"/>
        <a:ext cx="8118226" cy="102937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DB53E5-91E0-48A4-BBEC-A7F256CF8BC5}">
      <dsp:nvSpPr>
        <dsp:cNvPr id="0" name=""/>
        <dsp:cNvSpPr/>
      </dsp:nvSpPr>
      <dsp:spPr>
        <a:xfrm>
          <a:off x="0" y="1125"/>
          <a:ext cx="8229600" cy="114075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lvl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CO" sz="5000" b="1" kern="1200" dirty="0"/>
            <a:t>CRÉDITOS Y CONTACTO</a:t>
          </a:r>
        </a:p>
      </dsp:txBody>
      <dsp:txXfrm>
        <a:off x="55687" y="56812"/>
        <a:ext cx="8118226" cy="10293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17/06/2026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microsoft.com/office/2007/relationships/hdphoto" Target="../media/hdphoto1.wdp"/><Relationship Id="rId4" Type="http://schemas.openxmlformats.org/officeDocument/2006/relationships/diagramLayout" Target="../diagrams/layout1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microsoft.com/office/2007/relationships/hdphoto" Target="../media/hdphoto1.wdp"/><Relationship Id="rId4" Type="http://schemas.openxmlformats.org/officeDocument/2006/relationships/diagramLayout" Target="../diagrams/layout2.xml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microsoft.com/office/2007/relationships/hdphoto" Target="../media/hdphoto1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10" Type="http://schemas.microsoft.com/office/2007/relationships/hdphoto" Target="../media/hdphoto1.wdp"/><Relationship Id="rId4" Type="http://schemas.openxmlformats.org/officeDocument/2006/relationships/diagramLayout" Target="../diagrams/layout4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microsoft.com/office/2007/relationships/hdphoto" Target="../media/hdphoto1.wdp"/><Relationship Id="rId4" Type="http://schemas.openxmlformats.org/officeDocument/2006/relationships/diagramLayout" Target="../diagrams/layout5.xml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microsoft.com/office/2007/relationships/hdphoto" Target="../media/hdphoto1.wdp"/><Relationship Id="rId4" Type="http://schemas.openxmlformats.org/officeDocument/2006/relationships/diagramLayout" Target="../diagrams/layout6.xm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10" Type="http://schemas.microsoft.com/office/2007/relationships/hdphoto" Target="../media/hdphoto1.wdp"/><Relationship Id="rId4" Type="http://schemas.openxmlformats.org/officeDocument/2006/relationships/diagramLayout" Target="../diagrams/layout7.xml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10" Type="http://schemas.microsoft.com/office/2007/relationships/hdphoto" Target="../media/hdphoto1.wdp"/><Relationship Id="rId4" Type="http://schemas.openxmlformats.org/officeDocument/2006/relationships/diagramLayout" Target="../diagrams/layout9.xml"/><Relationship Id="rId9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10" Type="http://schemas.microsoft.com/office/2007/relationships/hdphoto" Target="../media/hdphoto1.wdp"/><Relationship Id="rId4" Type="http://schemas.openxmlformats.org/officeDocument/2006/relationships/diagramLayout" Target="../diagrams/layout10.xml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mailto:willington.ortiz@normalpitalito.edu.co" TargetMode="Externa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11" Type="http://schemas.microsoft.com/office/2007/relationships/hdphoto" Target="../media/hdphoto1.wdp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1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3E4AF6F-E779-CD1D-11EF-0C24C6FC8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4120" y="1038225"/>
            <a:ext cx="7772400" cy="1470025"/>
          </a:xfrm>
        </p:spPr>
        <p:txBody>
          <a:bodyPr>
            <a:normAutofit fontScale="90000"/>
          </a:bodyPr>
          <a:lstStyle/>
          <a:p>
            <a:r>
              <a:rPr dirty="0" err="1"/>
              <a:t>Experiencia</a:t>
            </a:r>
            <a:r>
              <a:rPr dirty="0"/>
              <a:t> </a:t>
            </a:r>
            <a:r>
              <a:rPr dirty="0" err="1"/>
              <a:t>Significativa</a:t>
            </a:r>
            <a:endParaRPr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A95729C-CECB-640B-E4A6-9CF9EDDA0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69920" y="5329079"/>
            <a:ext cx="6400800" cy="114792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s-MX" b="1" dirty="0">
                <a:solidFill>
                  <a:schemeClr val="tx1"/>
                </a:solidFill>
              </a:rPr>
              <a:t>I. E. M. </a:t>
            </a:r>
            <a:r>
              <a:rPr b="1" dirty="0">
                <a:solidFill>
                  <a:schemeClr val="tx1"/>
                </a:solidFill>
              </a:rPr>
              <a:t>Escuela Normal Superior</a:t>
            </a:r>
          </a:p>
          <a:p>
            <a:pPr>
              <a:spcBef>
                <a:spcPts val="0"/>
              </a:spcBef>
            </a:pPr>
            <a:r>
              <a:rPr lang="es-CO" b="1" dirty="0">
                <a:solidFill>
                  <a:schemeClr val="tx1"/>
                </a:solidFill>
              </a:rPr>
              <a:t>Pitalito – Huila </a:t>
            </a:r>
          </a:p>
          <a:p>
            <a:pPr>
              <a:spcBef>
                <a:spcPts val="0"/>
              </a:spcBef>
            </a:pPr>
            <a:endParaRPr b="1" dirty="0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569E89D-FDB4-3BCA-DEDE-3D7DDE2A4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D5FC479-D7DE-25EA-1EFB-11898125D411}"/>
              </a:ext>
            </a:extLst>
          </p:cNvPr>
          <p:cNvSpPr txBox="1">
            <a:spLocks/>
          </p:cNvSpPr>
          <p:nvPr/>
        </p:nvSpPr>
        <p:spPr>
          <a:xfrm>
            <a:off x="685799" y="2974975"/>
            <a:ext cx="10195560" cy="175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CO" sz="4400" b="1" dirty="0">
                <a:solidFill>
                  <a:schemeClr val="tx1"/>
                </a:solidFill>
              </a:rPr>
              <a:t>ESCUELA DE MÚSICA CONTEMPORÁNEA</a:t>
            </a:r>
          </a:p>
          <a:p>
            <a:pPr algn="r"/>
            <a:r>
              <a:rPr lang="es-CO" b="0" i="0" dirty="0">
                <a:effectLst/>
                <a:latin typeface="fkGroteskNeue"/>
              </a:rPr>
              <a:t>Willington Ortiz Ibarra</a:t>
            </a:r>
            <a:endParaRPr lang="es-CO" b="1" dirty="0">
              <a:solidFill>
                <a:schemeClr val="tx1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9F20E7-AAE1-C7D2-6F65-F7410C0234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15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DAFB1767-39C6-1E8D-BD02-8A7563260A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687987"/>
              </p:ext>
            </p:extLst>
          </p:nvPr>
        </p:nvGraphicFramePr>
        <p:xfrm>
          <a:off x="1645920" y="8962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BF94A6-6D3D-7CB4-A461-7A06FE3E1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920" y="2212989"/>
            <a:ext cx="82296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s-MX" b="0" i="0" dirty="0">
                <a:effectLst/>
                <a:latin typeface="fkGroteskNeue"/>
              </a:rPr>
              <a:t>La Escuela de Música Contemporánea se fundamenta en el modelo socio-crítico y el enfoque humanista presentes en el PEI, que promueven la formación integral, la creatividad y el pensamiento crítico a través de la música como lenguaje dinamizador del desarrollo humano. Se articula con comunicación, educación, ciudadanía y paz, empleando la Enseñanza para la Comprensión y proyectos transversales para potenciar competencias artísticas, éticas y sociales.​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6F28BD8-DC00-1D30-E02F-09C872FE62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33B2458-0A17-E51B-B1D6-E3947FD323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64819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8CD0-7102-797F-C3D9-A885F4B9B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6B75AEE-64D5-27DD-ED06-2ECBE70E4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FD8A8747-9E51-7989-429C-D1E4727804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34654"/>
              </p:ext>
            </p:extLst>
          </p:nvPr>
        </p:nvGraphicFramePr>
        <p:xfrm>
          <a:off x="1668780" y="660160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9EF0-8BE2-9B90-3CCE-01263D992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237" y="2174875"/>
            <a:ext cx="7649309" cy="37591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0" i="0" dirty="0">
                <a:effectLst/>
                <a:latin typeface="fkGroteskNeue"/>
              </a:rPr>
              <a:t>La experiencia responde a la diversidad de intereses musicales actuales de los estudiantes y a la necesidad de transformar la oferta educativa tradicional. Integra géneros musicales contemporáneos y populares, fomenta la inclusión y participación activa, y contribuye al fortalecimiento de competencias pedagógicas y de identidad cultural exigidas por las políticas públicas educativas y el PEI.​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9328DF-9064-CF9F-9749-2637864399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5854E9-6669-ECBB-33BB-38729EAF3B8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0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53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EFE567D3-4DA4-45B3-7C1A-3DF3B7898E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021176"/>
              </p:ext>
            </p:extLst>
          </p:nvPr>
        </p:nvGraphicFramePr>
        <p:xfrm>
          <a:off x="1635369" y="94988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D443E7-86F8-4BEC-FFEB-5B2E752FBECB}"/>
              </a:ext>
            </a:extLst>
          </p:cNvPr>
          <p:cNvSpPr txBox="1">
            <a:spLocks/>
          </p:cNvSpPr>
          <p:nvPr/>
        </p:nvSpPr>
        <p:spPr>
          <a:xfrm>
            <a:off x="1943100" y="2172019"/>
            <a:ext cx="7396785" cy="42287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s-MX" sz="2800" b="0" i="0" dirty="0">
                <a:effectLst/>
                <a:latin typeface="fkGroteskNeue"/>
              </a:rPr>
              <a:t>Existe una clara relación entre los objetivos, las acciones (ensambles, talleres, producción artística) y los resultados logrados, evidenciada en la programación artística, la articulación curricular y la activa participación de la comunidad educativa en procesos musicales innovadores.​</a:t>
            </a:r>
            <a:endParaRPr lang="es-MX" sz="2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08C248-0AA4-EFB7-998A-BFB146C323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4ED778C-C474-C5BF-9124-83C90E641E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5" y="-2857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C89304F7-0A62-2031-54A2-BE3B30D62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64331"/>
              </p:ext>
            </p:extLst>
          </p:nvPr>
        </p:nvGraphicFramePr>
        <p:xfrm>
          <a:off x="173736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043FED7-18D5-CD66-2A6F-447F377E0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5323" y="2092375"/>
            <a:ext cx="6761285" cy="38201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0" i="0" dirty="0">
                <a:effectLst/>
                <a:latin typeface="fkGroteskNeue"/>
              </a:rPr>
              <a:t>La escuela se actualiza continuamente desde 2015, adoptando nuevas metodologías, repertorios y medios tecnológicos, reorganizando sus estrategias y generando mejoras basadas en el análisis crítico y la evaluación permanente de los procesos artísticos y pedagógicos.​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E0D8673-DF93-3040-25D2-BAEAD33AFCD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E4D10AA-ED3D-EA5E-D930-8516D90FAF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245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420230E-9851-C4CC-EADD-F0736252DE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403707"/>
              </p:ext>
            </p:extLst>
          </p:nvPr>
        </p:nvGraphicFramePr>
        <p:xfrm>
          <a:off x="1981200" y="6632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608088F-336E-9696-2C52-FD65D86D8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262" y="1999457"/>
            <a:ext cx="7227276" cy="4205922"/>
          </a:xfrm>
        </p:spPr>
        <p:txBody>
          <a:bodyPr/>
          <a:lstStyle/>
          <a:p>
            <a:pPr marL="0" indent="0" algn="just">
              <a:buNone/>
            </a:pPr>
            <a:r>
              <a:rPr lang="es-MX" b="0" i="0" dirty="0">
                <a:effectLst/>
                <a:latin typeface="fkGroteskNeue"/>
              </a:rPr>
              <a:t>Docentes, estudiantes y comunidad participan activamente en la creación, producción y gestión de ensambles musicales, asumiendo roles de liderazgo, coordinación y apropiación cultural. El involucramiento se refleja en conciertos, intercambios y formación colaborativa.​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BDBFB93-F954-966C-258F-C2CB7FCCC2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1DF7378-EA0D-A313-DF1D-F204ED9CA32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19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AC8D1D27-C9DA-CD17-B5D0-A98BDE0BD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1261072"/>
              </p:ext>
            </p:extLst>
          </p:nvPr>
        </p:nvGraphicFramePr>
        <p:xfrm>
          <a:off x="1981200" y="1036955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257CB8-0169-D007-5942-20EEA4036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1920" y="2332038"/>
            <a:ext cx="6943579" cy="33988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b="0" i="0" dirty="0">
                <a:effectLst/>
                <a:latin typeface="fkGroteskNeue"/>
              </a:rPr>
              <a:t>El seguimiento es continuo, mediante registros audiovisuales, presentaciones públicas, reflexión y evaluación tanto cualitativa (diarios, grupos focales) como cuantitativa (participación en eventos, logros musicales), permitiendo ajuste y mejora constante.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A101CE-9B0A-2569-F642-A5B37CF1C7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47A7FDD-5750-268B-9809-E34462C554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0481"/>
            <a:ext cx="12192000" cy="6858000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F1A2995-237F-9841-B807-0ACF4C1806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4446270"/>
              </p:ext>
            </p:extLst>
          </p:nvPr>
        </p:nvGraphicFramePr>
        <p:xfrm>
          <a:off x="1981200" y="68611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94AFD9-4D03-1C00-321D-72C3065C90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0300" y="1829118"/>
            <a:ext cx="6939583" cy="416020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0" i="0" dirty="0">
                <a:effectLst/>
                <a:latin typeface="fkGroteskNeue"/>
              </a:rPr>
              <a:t>Entre los logros: Consolidación de una estructura de ensambles musicales diversos; alta participación estudiantil y familiar; reconocimiento institucional y local; integración curricular con proyectos transversales; generación de repertorios innovadores y fortalecimiento de competencias artísticas y pedagógicas.​</a:t>
            </a:r>
            <a:r>
              <a:rPr lang="es-MX" dirty="0">
                <a:solidFill>
                  <a:srgbClr val="FF0000"/>
                </a:solidFill>
              </a:rPr>
              <a:t>”</a:t>
            </a:r>
            <a:r>
              <a:rPr lang="es-MX" dirty="0"/>
              <a:t>)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4FCE432-FC79-3908-C41A-BEE7A15B41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920876A-F256-DD23-817B-567AEB8B49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454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CF1-2EF7-7C11-ADAE-0F64F1C1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177BE91-BCDE-E1BE-C15F-C32CE76AF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9B4091B8-2DD1-2FFE-E6E2-3380B5AF03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71619"/>
              </p:ext>
            </p:extLst>
          </p:nvPr>
        </p:nvGraphicFramePr>
        <p:xfrm>
          <a:off x="1805940" y="8232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703EF-0623-38AE-33D6-9954A777F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53" y="2174876"/>
            <a:ext cx="6482330" cy="38598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b="0" i="0" dirty="0">
                <a:effectLst/>
                <a:latin typeface="fkGroteskNeue"/>
              </a:rPr>
              <a:t>La experiencia se ha replicado internamente entre grados y sedes, y compartido mediante presentaciones artísticas externas, talleres y plataformas digitales, convirtiéndose en modelo para otros escenarios educativos y comunitarios.​</a:t>
            </a:r>
            <a:endParaRPr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4E86064-C228-1CFD-9A51-3E724CEFC3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AEBAFCE-979A-A612-F0FF-C908154A3D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357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2E281524-A474-8C7C-8776-52D0949F69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1360712"/>
              </p:ext>
            </p:extLst>
          </p:nvPr>
        </p:nvGraphicFramePr>
        <p:xfrm>
          <a:off x="1981200" y="84613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0B610F2-5603-5175-5C8E-12D9C8E868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857" y="1991214"/>
            <a:ext cx="6569026" cy="4122420"/>
          </a:xfrm>
        </p:spPr>
        <p:txBody>
          <a:bodyPr/>
          <a:lstStyle/>
          <a:p>
            <a:pPr marL="0" indent="0" algn="just">
              <a:buNone/>
            </a:pPr>
            <a:r>
              <a:rPr lang="es-MX" b="0" i="0" dirty="0">
                <a:effectLst/>
                <a:latin typeface="fkGroteskNeue"/>
              </a:rPr>
              <a:t>Se garantiza mediante respaldo institucional y municipal, capacitación docente, colectivo interdisciplinar, uso de herramientas digitales, presupuesto propio, autogestión y acceso a convocatorias culturales. Estas estrategias aseguran la continuidad y proyección a largo plazo.​</a:t>
            </a:r>
            <a:endParaRPr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24A422B-7AC3-D6D1-B920-CFE288F871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639B7ED-3ABB-824A-2CD0-913977E7AC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24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249EE349-634F-B004-0014-8453DC4EB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886592"/>
              </p:ext>
            </p:extLst>
          </p:nvPr>
        </p:nvGraphicFramePr>
        <p:xfrm>
          <a:off x="1981200" y="77755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CD10EEC-514F-C364-0B9C-1EE0A3330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4962" y="2018691"/>
            <a:ext cx="6685030" cy="3977322"/>
          </a:xfrm>
        </p:spPr>
        <p:txBody>
          <a:bodyPr/>
          <a:lstStyle/>
          <a:p>
            <a:pPr marL="0" indent="0" algn="just">
              <a:buNone/>
            </a:pPr>
            <a:r>
              <a:rPr lang="es-MX" b="0" i="0" dirty="0">
                <a:effectLst/>
                <a:latin typeface="fkGroteskNeue"/>
              </a:rPr>
              <a:t>La Escuela ha transformado la práctica musical institucional, diseñando ensambles en géneros innovadores, integrando TIC y recursos digitales, adaptando métodos y espacios, y promoviendo proyectos vivenciales y colaborativos que enriquecen el aprendizaje y la identidad de los estudiantes.​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1C13FD-C8A4-5BD0-F9EE-2E74AD460B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DA47C6-D915-98B0-45E5-D6C9A76D5B8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96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AB60D-9DB1-8AD4-24B9-E3C1FA81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6E46B83-5BA9-4B4C-E118-874016A90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9E624C4-7463-954A-94B2-88929AA66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8641978"/>
              </p:ext>
            </p:extLst>
          </p:nvPr>
        </p:nvGraphicFramePr>
        <p:xfrm>
          <a:off x="2217420" y="708978"/>
          <a:ext cx="8229600" cy="114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AA75A4-2E32-8837-855F-160F7A763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7420" y="2034540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b="1" dirty="0" err="1"/>
              <a:t>Responsable</a:t>
            </a:r>
            <a:r>
              <a:rPr dirty="0"/>
              <a:t>: </a:t>
            </a:r>
            <a:r>
              <a:rPr lang="es-CO" b="0" i="0" dirty="0">
                <a:effectLst/>
                <a:latin typeface="fkGroteskNeue"/>
              </a:rPr>
              <a:t>Willington Ortiz Ibarra</a:t>
            </a:r>
          </a:p>
          <a:p>
            <a:pPr marL="0" indent="0" algn="ctr">
              <a:buNone/>
            </a:pPr>
            <a:r>
              <a:rPr b="1" dirty="0"/>
              <a:t>Correo: </a:t>
            </a:r>
            <a:r>
              <a:rPr lang="es-CO" b="1" i="0" dirty="0">
                <a:effectLst/>
                <a:latin typeface="fkGroteskNeue"/>
                <a:hlinkClick r:id="rId8"/>
              </a:rPr>
              <a:t>willington.ortiz@normalpitalito.edu.co</a:t>
            </a:r>
            <a:endParaRPr lang="es-CO" b="1" i="0" dirty="0">
              <a:effectLst/>
              <a:latin typeface="fkGroteskNeue"/>
            </a:endParaRPr>
          </a:p>
          <a:p>
            <a:pPr marL="0" indent="0" algn="ctr">
              <a:buNone/>
            </a:pPr>
            <a:r>
              <a:rPr b="1" dirty="0" err="1"/>
              <a:t>Teléfono</a:t>
            </a:r>
            <a:r>
              <a:rPr dirty="0"/>
              <a:t> </a:t>
            </a:r>
            <a:r>
              <a:rPr lang="es-CO" b="0" i="0" dirty="0">
                <a:effectLst/>
                <a:latin typeface="fkGroteskNeue"/>
              </a:rPr>
              <a:t>3142134712</a:t>
            </a:r>
            <a:endParaRPr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935F67-8368-98DF-7166-843F67B62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705" y="5730875"/>
            <a:ext cx="922189" cy="9490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B17440-D406-3DEE-108B-7D9F225BFF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1" b="82422" l="14568" r="87555">
                        <a14:foregroundMark x1="20059" y1="31120" x2="20937" y2="4297"/>
                        <a14:foregroundMark x1="68668" y1="10156" x2="68668" y2="10156"/>
                        <a14:foregroundMark x1="65154" y1="4688" x2="77526" y2="26432"/>
                        <a14:foregroundMark x1="83821" y1="33333" x2="87555" y2="38542"/>
                        <a14:foregroundMark x1="87555" y1="38542" x2="87555" y2="38542"/>
                        <a14:foregroundMark x1="86384" y1="9896" x2="81113" y2="3516"/>
                        <a14:foregroundMark x1="81113" y1="3516" x2="81040" y2="3255"/>
                        <a14:foregroundMark x1="72108" y1="3906" x2="84700" y2="21354"/>
                        <a14:foregroundMark x1="85286" y1="27865" x2="84553" y2="16797"/>
                        <a14:foregroundMark x1="86384" y1="30469" x2="86530" y2="13151"/>
                        <a14:foregroundMark x1="85798" y1="19661" x2="75988" y2="4688"/>
                        <a14:foregroundMark x1="75988" y1="4688" x2="71157" y2="651"/>
                        <a14:foregroundMark x1="71157" y1="651" x2="72987" y2="6901"/>
                        <a14:foregroundMark x1="80600" y1="18490" x2="69839" y2="3646"/>
                        <a14:foregroundMark x1="68448" y1="2083" x2="69546" y2="1432"/>
                        <a14:foregroundMark x1="82211" y1="5078" x2="85066" y2="2474"/>
                        <a14:foregroundMark x1="85578" y1="10547" x2="86018" y2="651"/>
                        <a14:foregroundMark x1="80527" y1="5469" x2="77672" y2="2995"/>
                        <a14:foregroundMark x1="23792" y1="19271" x2="26647" y2="14453"/>
                        <a14:foregroundMark x1="26647" y1="14453" x2="22328" y2="13542"/>
                        <a14:foregroundMark x1="22328" y1="13542" x2="20132" y2="7161"/>
                        <a14:foregroundMark x1="20132" y1="7161" x2="20205" y2="3516"/>
                        <a14:foregroundMark x1="20351" y1="11589" x2="24231" y2="16276"/>
                        <a14:foregroundMark x1="24231" y1="16276" x2="24671" y2="22656"/>
                        <a14:foregroundMark x1="24671" y1="22656" x2="20425" y2="27734"/>
                        <a14:foregroundMark x1="20425" y1="27734" x2="16545" y2="25521"/>
                        <a14:foregroundMark x1="16545" y1="25521" x2="14641" y2="19010"/>
                        <a14:foregroundMark x1="14641" y1="19010" x2="14568" y2="13151"/>
                        <a14:foregroundMark x1="16032" y1="20443" x2="16398" y2="13411"/>
                        <a14:foregroundMark x1="16398" y1="13411" x2="20205" y2="10938"/>
                        <a14:foregroundMark x1="20205" y1="10938" x2="20351" y2="10938"/>
                        <a14:foregroundMark x1="17643" y1="14193" x2="21230" y2="10677"/>
                        <a14:foregroundMark x1="21230" y1="10677" x2="24451" y2="14583"/>
                        <a14:foregroundMark x1="24451" y1="14583" x2="25256" y2="20964"/>
                        <a14:foregroundMark x1="25256" y1="20964" x2="21962" y2="27604"/>
                        <a14:foregroundMark x1="21962" y1="27604" x2="17496" y2="26563"/>
                        <a14:foregroundMark x1="17277" y1="27344" x2="20205" y2="28385"/>
                        <a14:foregroundMark x1="19253" y1="29688" x2="21962" y2="28255"/>
                        <a14:foregroundMark x1="20425" y1="32292" x2="21303" y2="28385"/>
                        <a14:foregroundMark x1="16911" y1="12630" x2="20351" y2="10286"/>
                        <a14:foregroundMark x1="16984" y1="12760" x2="19839" y2="9896"/>
                        <a14:foregroundMark x1="24963" y1="16667" x2="24671" y2="23828"/>
                        <a14:foregroundMark x1="25183" y1="16667" x2="25183" y2="23307"/>
                        <a14:foregroundMark x1="25403" y1="16406" x2="25769" y2="21875"/>
                        <a14:foregroundMark x1="22987" y1="17578" x2="19034" y2="21484"/>
                        <a14:foregroundMark x1="19034" y1="21484" x2="22328" y2="21745"/>
                        <a14:foregroundMark x1="18448" y1="24479" x2="18594" y2="18229"/>
                        <a14:foregroundMark x1="18594" y1="18229" x2="20351" y2="16927"/>
                        <a14:foregroundMark x1="20278" y1="12630" x2="18521" y2="24349"/>
                        <a14:foregroundMark x1="18521" y1="24349" x2="18960" y2="25391"/>
                        <a14:foregroundMark x1="19180" y1="14063" x2="18009" y2="25260"/>
                        <a14:foregroundMark x1="18009" y1="16667" x2="18155" y2="23307"/>
                        <a14:foregroundMark x1="17570" y1="18099" x2="17496" y2="23177"/>
                        <a14:foregroundMark x1="21376" y1="29557" x2="22548" y2="27083"/>
                        <a14:foregroundMark x1="20205" y1="29427" x2="18814" y2="26302"/>
                        <a14:foregroundMark x1="86310" y1="17057" x2="87189" y2="29818"/>
                      </a14:backgroundRemoval>
                    </a14:imgEffect>
                  </a14:imgLayer>
                </a14:imgProps>
              </a:ext>
            </a:extLst>
          </a:blip>
          <a:srcRect l="51200" r="12164" b="8152"/>
          <a:stretch/>
        </p:blipFill>
        <p:spPr>
          <a:xfrm>
            <a:off x="9339884" y="1"/>
            <a:ext cx="2852115" cy="434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484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509</Words>
  <Application>Microsoft Office PowerPoint</Application>
  <PresentationFormat>Panorámica</PresentationFormat>
  <Paragraphs>29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fkGroteskNeue</vt:lpstr>
      <vt:lpstr>Tema de Office</vt:lpstr>
      <vt:lpstr>Experiencia Significativa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24</cp:revision>
  <dcterms:created xsi:type="dcterms:W3CDTF">2025-07-23T15:35:07Z</dcterms:created>
  <dcterms:modified xsi:type="dcterms:W3CDTF">2026-06-17T15:48:21Z</dcterms:modified>
</cp:coreProperties>
</file>