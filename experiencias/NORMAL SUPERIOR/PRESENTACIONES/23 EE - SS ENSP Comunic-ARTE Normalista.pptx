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5.pn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11.png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12.pn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mailto:aidamary.bolanos@normalpitalito.edu.co" TargetMode="Externa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microsoft.com/office/2007/relationships/hdphoto" Target="../media/hdphoto1.wdp"/><Relationship Id="rId5" Type="http://schemas.openxmlformats.org/officeDocument/2006/relationships/diagramQuickStyle" Target="../diagrams/quickStyle11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1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685799" y="2974975"/>
            <a:ext cx="1019556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4400" b="1" dirty="0" err="1">
                <a:solidFill>
                  <a:schemeClr val="tx1"/>
                </a:solidFill>
              </a:rPr>
              <a:t>Comunic</a:t>
            </a:r>
            <a:r>
              <a:rPr lang="es-CO" sz="4400" b="1" dirty="0">
                <a:solidFill>
                  <a:schemeClr val="tx1"/>
                </a:solidFill>
              </a:rPr>
              <a:t>-ARTE Normalista</a:t>
            </a:r>
          </a:p>
          <a:p>
            <a:pPr algn="r"/>
            <a:r>
              <a:rPr lang="es-CO" dirty="0">
                <a:solidFill>
                  <a:schemeClr val="tx1"/>
                </a:solidFill>
              </a:rPr>
              <a:t>Aida Mary Bolaños </a:t>
            </a:r>
            <a:r>
              <a:rPr lang="es-CO" dirty="0" err="1">
                <a:solidFill>
                  <a:schemeClr val="tx1"/>
                </a:solidFill>
              </a:rPr>
              <a:t>Ome</a:t>
            </a:r>
            <a:endParaRPr lang="es-CO" b="1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212989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MX" b="0" i="0" dirty="0">
                <a:effectLst/>
                <a:latin typeface="fkGroteskNeue"/>
              </a:rPr>
              <a:t>La experiencia se basa en el modelo pedagógico socio-crítico y humanista de la I.E. Normal Superior de Pitalito, donde el arte dramático (pantomima) se utiliza como mediador pedagógico y cultural. </a:t>
            </a:r>
          </a:p>
          <a:p>
            <a:pPr marL="0" indent="0" algn="ctr">
              <a:buNone/>
            </a:pPr>
            <a:r>
              <a:rPr lang="es-MX" b="0" i="0" dirty="0">
                <a:effectLst/>
                <a:latin typeface="fkGroteskNeue"/>
              </a:rPr>
              <a:t>La expresión corporal y el lenguaje pantomímico son herramientas para fortalecer la comunicación, habilidades sociales y la formación en valores. </a:t>
            </a:r>
          </a:p>
          <a:p>
            <a:pPr marL="0" indent="0" algn="ctr">
              <a:buNone/>
            </a:pPr>
            <a:r>
              <a:rPr lang="es-MX" b="0" i="0" dirty="0">
                <a:effectLst/>
                <a:latin typeface="fkGroteskNeue"/>
              </a:rPr>
              <a:t>El proyecto conecta el servicio social con el compromiso comunitario, lo cual es esencial para la formación integral y liderazgo social de los estudiantes, en coherencia con el PEI.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53921"/>
            <a:ext cx="5288281" cy="37591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responde a la problemática institucional de desconcentración y falta de evidencia en valores, afectando la disciplina y el respeto.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Busca atender estas necesidades fortaleciendo la formación ciudadana y promoviendo una práctica pedagógica innovadora que </a:t>
            </a:r>
            <a:r>
              <a:rPr lang="es-MX" b="0" i="0" dirty="0" err="1">
                <a:effectLst/>
                <a:latin typeface="fkGroteskNeue"/>
              </a:rPr>
              <a:t>artícula</a:t>
            </a:r>
            <a:r>
              <a:rPr lang="es-MX" b="0" i="0" dirty="0">
                <a:effectLst/>
                <a:latin typeface="fkGroteskNeue"/>
              </a:rPr>
              <a:t> la disciplina, el servicio social y el arte dramático para generar sentido de pertenencia y compromiso comunitario.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EEEB85C-405E-5FCA-06C9-C12447B0C4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3858" y="2174875"/>
            <a:ext cx="5288281" cy="357695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5638800" y="2506980"/>
            <a:ext cx="6080760" cy="38023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Existe coherencia lógica entre los objetivos de potenciar la disciplina, el respeto, la lectura y habilidades artísticas con las acciones de brigadas de mimos, promoción lectora y servicio social, lo que ha generado resultados visibles en la convivencia, motivación e integración de la comunidad educativa.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F8D85C5-87B2-8DDB-C43B-A7ADB80DE7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280" y="2506980"/>
            <a:ext cx="4619974" cy="362836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153921"/>
            <a:ext cx="5059680" cy="38201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ha mostrado mejora continua, integrando nuevos conocimientos pedagógicos y metodológicos, ajustando la participación de estudiantes y padres, y fortaleciendo la gestión de recursos como uniformes.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Se ha transformado en una práctica con impacto positivo y crecimiento progresivo.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B4C550A-B81D-A242-2F68-D6D6B5FB7A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0895" y="2215217"/>
            <a:ext cx="4888145" cy="383898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884" y="2652077"/>
            <a:ext cx="5913120" cy="4205922"/>
          </a:xfrm>
        </p:spPr>
        <p:txBody>
          <a:bodyPr/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Los estudiantes asumen roles activos en brigadas y actividades culturales, con compromiso formal. Padres, docentes y directivos participan en la gestión y seguimiento, fortaleciendo el sentido de pertenencia y la apropiación colectiva.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271A9F9-59A9-9649-EF88-DCECDABF8A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" y="1988820"/>
            <a:ext cx="4533568" cy="374205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2332037"/>
            <a:ext cx="5303520" cy="33988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Se emplean mecanismos cualitativos centrados en la valoración actitudinal, sentido de pertenencia y expresión artística.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El seguimiento es integral, evaluando compromiso y desarrollo de talentos, con retroalimentación de la comunidad educativa para garantizar pertinencia y mejora continua.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1EE70BF-A9D9-CEEB-3B09-FB5424523D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890" y="2262802"/>
            <a:ext cx="5642405" cy="404135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0481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11681"/>
            <a:ext cx="5410200" cy="416020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Se han logrado mejoras significativas en disciplina, convivencia, habilidades artísticas y promoción de la lectura.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El servicio social se ha consolidado como herramienta pedagógica, impactando positivamente la cultura institucional y la participación en actos comunitarios y sedes anexas.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71D40EA-F7E7-C73F-F48D-9E12EA42B42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0708" r="7853" b="29007"/>
          <a:stretch/>
        </p:blipFill>
        <p:spPr>
          <a:xfrm>
            <a:off x="657266" y="1903974"/>
            <a:ext cx="5374935" cy="416020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662" y="2174877"/>
            <a:ext cx="4321658" cy="38598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es replicable y adaptable en diferentes contextos mediante brigadas comunitarias y uso de pantomima.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Se difunde en eventos municipales y visitas a otras sedes, fortaleciendo la formación en castellano y el liderazgo cultural de los estudiantes.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31EF2AA-5C83-C5FB-4F00-5A41FD825F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33183" y="2257552"/>
            <a:ext cx="5308197" cy="398114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920" y="2171701"/>
            <a:ext cx="5516880" cy="4122420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Se asegura la continuidad con la institucionalización del proyecto, compromiso estudiantil y docente, gestión de recursos que permite reutilización, y el apoyo de padres y comunidad para fortalecer la proyección cultural y pedagógica a largo plazo.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555B171-BD23-3964-28FD-EACCCFFEFA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799" y="2171701"/>
            <a:ext cx="5013961" cy="404883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160" y="2103121"/>
            <a:ext cx="5471160" cy="39773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Incorpora la expresión pantomímica como estrategia no tecnológica para abordar la disciplina y promover la lectura, vinculando servicio social con arte dramático. </a:t>
            </a:r>
          </a:p>
          <a:p>
            <a:pPr marL="0" indent="0">
              <a:buNone/>
            </a:pPr>
            <a:r>
              <a:rPr lang="es-MX" dirty="0">
                <a:latin typeface="fkGroteskNeue"/>
              </a:rPr>
              <a:t>Esta metodología fomenta creatividad, liderazgo y responsabilidad social, rompiendo esquemas tradicionales de enseñanza.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734387D-8B9C-AEA5-24F0-3711EFF5D8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158" y="2103121"/>
            <a:ext cx="5159481" cy="412515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b="1" dirty="0" err="1"/>
              <a:t>Responsable</a:t>
            </a:r>
            <a:r>
              <a:rPr dirty="0"/>
              <a:t>: </a:t>
            </a:r>
            <a:r>
              <a:rPr lang="es-CO" dirty="0"/>
              <a:t>Aida Mary Bolaños </a:t>
            </a:r>
            <a:r>
              <a:rPr lang="es-CO" dirty="0" err="1"/>
              <a:t>Ome</a:t>
            </a:r>
            <a:endParaRPr lang="es-CO" dirty="0"/>
          </a:p>
          <a:p>
            <a:pPr marL="0" indent="0" algn="ctr">
              <a:buNone/>
            </a:pPr>
            <a:r>
              <a:rPr b="1" dirty="0"/>
              <a:t>Correo: </a:t>
            </a:r>
            <a:r>
              <a:rPr lang="es-CO" dirty="0">
                <a:hlinkClick r:id="rId8"/>
              </a:rPr>
              <a:t>aidamary.bolanos@normalpitalito.edu.co</a:t>
            </a:r>
            <a:endParaRPr lang="es-CO" dirty="0"/>
          </a:p>
          <a:p>
            <a:pPr marL="0" indent="0" algn="ctr">
              <a:buNone/>
            </a:pPr>
            <a:r>
              <a:rPr b="1" dirty="0" err="1"/>
              <a:t>Teléfono</a:t>
            </a:r>
            <a:r>
              <a:rPr dirty="0"/>
              <a:t> /</a:t>
            </a:r>
            <a:r>
              <a:rPr lang="es-CO" dirty="0"/>
              <a:t>3125571289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532</Words>
  <Application>Microsoft Office PowerPoint</Application>
  <PresentationFormat>Panorámica</PresentationFormat>
  <Paragraphs>37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19</cp:revision>
  <dcterms:created xsi:type="dcterms:W3CDTF">2025-07-23T15:35:07Z</dcterms:created>
  <dcterms:modified xsi:type="dcterms:W3CDTF">2026-06-17T15:33:04Z</dcterms:modified>
</cp:coreProperties>
</file>